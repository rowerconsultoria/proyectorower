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6" r:id="rId3"/>
    <p:sldId id="311" r:id="rId4"/>
    <p:sldId id="273" r:id="rId5"/>
    <p:sldId id="276" r:id="rId6"/>
    <p:sldId id="277" r:id="rId7"/>
    <p:sldId id="278" r:id="rId8"/>
    <p:sldId id="275" r:id="rId9"/>
    <p:sldId id="310" r:id="rId10"/>
    <p:sldId id="282" r:id="rId11"/>
    <p:sldId id="280" r:id="rId12"/>
    <p:sldId id="285" r:id="rId13"/>
    <p:sldId id="284" r:id="rId14"/>
    <p:sldId id="283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5" r:id="rId24"/>
    <p:sldId id="296" r:id="rId25"/>
    <p:sldId id="297" r:id="rId26"/>
    <p:sldId id="309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7" r:id="rId35"/>
    <p:sldId id="308" r:id="rId36"/>
  </p:sldIdLst>
  <p:sldSz cx="12192000" cy="6858000"/>
  <p:notesSz cx="7010400" cy="92964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7DB1"/>
    <a:srgbClr val="376092"/>
    <a:srgbClr val="EAEAEA"/>
    <a:srgbClr val="C0C0C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36" autoAdjust="0"/>
    <p:restoredTop sz="95033" autoAdjust="0"/>
  </p:normalViewPr>
  <p:slideViewPr>
    <p:cSldViewPr>
      <p:cViewPr varScale="1">
        <p:scale>
          <a:sx n="112" d="100"/>
          <a:sy n="112" d="100"/>
        </p:scale>
        <p:origin x="960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es-VE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58E67-F276-4928-8D3B-97D332A927CB}" type="datetimeFigureOut">
              <a:rPr lang="es-VE" smtClean="0"/>
              <a:t>6/7/2026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8C3FE-6C0C-410D-AB36-B665E9C351CA}" type="slidenum">
              <a:rPr lang="es-VE" smtClean="0"/>
              <a:t>‹Nº›</a:t>
            </a:fld>
            <a:endParaRPr lang="es-V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35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Conector: angular 68">
            <a:extLst>
              <a:ext uri="{FF2B5EF4-FFF2-40B4-BE49-F238E27FC236}">
                <a16:creationId xmlns:a16="http://schemas.microsoft.com/office/drawing/2014/main" id="{9AF2F861-D5D6-7C7C-AC69-361B976932C9}"/>
              </a:ext>
            </a:extLst>
          </p:cNvPr>
          <p:cNvCxnSpPr>
            <a:cxnSpLocks/>
            <a:stCxn id="101" idx="1"/>
            <a:endCxn id="89" idx="1"/>
          </p:cNvCxnSpPr>
          <p:nvPr/>
        </p:nvCxnSpPr>
        <p:spPr>
          <a:xfrm rot="10800000" flipV="1">
            <a:off x="6415573" y="5582615"/>
            <a:ext cx="1455524" cy="488415"/>
          </a:xfrm>
          <a:prstGeom prst="bentConnector3">
            <a:avLst>
              <a:gd name="adj1" fmla="val 1157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: angular 95">
            <a:extLst>
              <a:ext uri="{FF2B5EF4-FFF2-40B4-BE49-F238E27FC236}">
                <a16:creationId xmlns:a16="http://schemas.microsoft.com/office/drawing/2014/main" id="{1F494BC4-DD70-7580-3D78-82A9FECCCB18}"/>
              </a:ext>
            </a:extLst>
          </p:cNvPr>
          <p:cNvCxnSpPr>
            <a:cxnSpLocks/>
            <a:stCxn id="83" idx="1"/>
            <a:endCxn id="94" idx="1"/>
          </p:cNvCxnSpPr>
          <p:nvPr/>
        </p:nvCxnSpPr>
        <p:spPr>
          <a:xfrm rot="10800000" flipH="1" flipV="1">
            <a:off x="6415573" y="1717243"/>
            <a:ext cx="1455523" cy="565229"/>
          </a:xfrm>
          <a:prstGeom prst="bentConnector3">
            <a:avLst>
              <a:gd name="adj1" fmla="val -157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ctor: angular 241">
            <a:extLst>
              <a:ext uri="{FF2B5EF4-FFF2-40B4-BE49-F238E27FC236}">
                <a16:creationId xmlns:a16="http://schemas.microsoft.com/office/drawing/2014/main" id="{F78B5D29-ABA0-41EA-14AA-33AD5C783AF9}"/>
              </a:ext>
            </a:extLst>
          </p:cNvPr>
          <p:cNvCxnSpPr>
            <a:cxnSpLocks/>
            <a:stCxn id="86" idx="0"/>
            <a:endCxn id="97" idx="0"/>
          </p:cNvCxnSpPr>
          <p:nvPr/>
        </p:nvCxnSpPr>
        <p:spPr>
          <a:xfrm rot="16200000" flipV="1">
            <a:off x="6176520" y="201173"/>
            <a:ext cx="31484" cy="1584219"/>
          </a:xfrm>
          <a:prstGeom prst="bentConnector3">
            <a:avLst>
              <a:gd name="adj1" fmla="val 213505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BD88B58C-650B-5990-FF93-462C88C5AA95}"/>
              </a:ext>
            </a:extLst>
          </p:cNvPr>
          <p:cNvCxnSpPr>
            <a:cxnSpLocks/>
            <a:stCxn id="95" idx="2"/>
            <a:endCxn id="98" idx="0"/>
          </p:cNvCxnSpPr>
          <p:nvPr/>
        </p:nvCxnSpPr>
        <p:spPr>
          <a:xfrm>
            <a:off x="2918524" y="2515760"/>
            <a:ext cx="2301" cy="456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7 CuadroTexto"/>
          <p:cNvSpPr txBox="1"/>
          <p:nvPr/>
        </p:nvSpPr>
        <p:spPr>
          <a:xfrm>
            <a:off x="1521226" y="156813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cxnSp>
        <p:nvCxnSpPr>
          <p:cNvPr id="80" name="Conector: angular 164">
            <a:extLst>
              <a:ext uri="{FF2B5EF4-FFF2-40B4-BE49-F238E27FC236}">
                <a16:creationId xmlns:a16="http://schemas.microsoft.com/office/drawing/2014/main" id="{95ECE690-DAB9-4E08-A3A1-0C6A1F23D656}"/>
              </a:ext>
            </a:extLst>
          </p:cNvPr>
          <p:cNvCxnSpPr>
            <a:cxnSpLocks/>
            <a:stCxn id="95" idx="3"/>
            <a:endCxn id="99" idx="0"/>
          </p:cNvCxnSpPr>
          <p:nvPr/>
        </p:nvCxnSpPr>
        <p:spPr>
          <a:xfrm>
            <a:off x="3773496" y="2251604"/>
            <a:ext cx="1075294" cy="241291"/>
          </a:xfrm>
          <a:prstGeom prst="bentConnector2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upo 80">
            <a:extLst>
              <a:ext uri="{FF2B5EF4-FFF2-40B4-BE49-F238E27FC236}">
                <a16:creationId xmlns:a16="http://schemas.microsoft.com/office/drawing/2014/main" id="{BCC84F47-9A02-4FB3-8129-738D1930C114}"/>
              </a:ext>
            </a:extLst>
          </p:cNvPr>
          <p:cNvGrpSpPr/>
          <p:nvPr/>
        </p:nvGrpSpPr>
        <p:grpSpPr>
          <a:xfrm>
            <a:off x="2063552" y="457933"/>
            <a:ext cx="6697937" cy="6283435"/>
            <a:chOff x="641885" y="689373"/>
            <a:chExt cx="6697937" cy="5308066"/>
          </a:xfrm>
        </p:grpSpPr>
        <p:sp>
          <p:nvSpPr>
            <p:cNvPr id="82" name="AutoShape 50"/>
            <p:cNvSpPr>
              <a:spLocks noChangeArrowheads="1"/>
            </p:cNvSpPr>
            <p:nvPr/>
          </p:nvSpPr>
          <p:spPr bwMode="auto">
            <a:xfrm>
              <a:off x="4999477" y="4879293"/>
              <a:ext cx="1123019" cy="306388"/>
            </a:xfrm>
            <a:prstGeom prst="roundRect">
              <a:avLst>
                <a:gd name="adj" fmla="val 16667"/>
              </a:avLst>
            </a:prstGeom>
            <a:solidFill>
              <a:srgbClr val="5B7DB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cs typeface="Arial" pitchFamily="34" charset="0"/>
                </a:rPr>
                <a:t>GERENCIA DE</a:t>
              </a:r>
            </a:p>
            <a:p>
              <a:pPr algn="ctr"/>
              <a:r>
                <a:rPr lang="en-US" sz="800" b="1" dirty="0">
                  <a:cs typeface="Arial" pitchFamily="34" charset="0"/>
                </a:rPr>
                <a:t> VENTAS AL DETAL</a:t>
              </a:r>
            </a:p>
          </p:txBody>
        </p:sp>
        <p:sp>
          <p:nvSpPr>
            <p:cNvPr id="83" name="AutoShape 50"/>
            <p:cNvSpPr>
              <a:spLocks noChangeArrowheads="1"/>
            </p:cNvSpPr>
            <p:nvPr/>
          </p:nvSpPr>
          <p:spPr bwMode="auto">
            <a:xfrm>
              <a:off x="4993907" y="1567067"/>
              <a:ext cx="1123018" cy="372272"/>
            </a:xfrm>
            <a:prstGeom prst="roundRect">
              <a:avLst>
                <a:gd name="adj" fmla="val 16667"/>
              </a:avLst>
            </a:prstGeom>
            <a:solidFill>
              <a:srgbClr val="5B7DB1"/>
            </a:solidFill>
            <a:ln>
              <a:noFill/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cs typeface="Arial" pitchFamily="34" charset="0"/>
                </a:rPr>
                <a:t>GERENCIA DE</a:t>
              </a:r>
            </a:p>
            <a:p>
              <a:pPr algn="ctr"/>
              <a:r>
                <a:rPr lang="en-US" sz="800" b="1" dirty="0">
                  <a:cs typeface="Arial" pitchFamily="34" charset="0"/>
                </a:rPr>
                <a:t>MARKETING</a:t>
              </a:r>
            </a:p>
          </p:txBody>
        </p:sp>
        <p:sp>
          <p:nvSpPr>
            <p:cNvPr id="84" name="AutoShape 50"/>
            <p:cNvSpPr>
              <a:spLocks noChangeArrowheads="1"/>
            </p:cNvSpPr>
            <p:nvPr/>
          </p:nvSpPr>
          <p:spPr bwMode="auto">
            <a:xfrm>
              <a:off x="5011563" y="3672492"/>
              <a:ext cx="1123018" cy="308748"/>
            </a:xfrm>
            <a:prstGeom prst="roundRect">
              <a:avLst>
                <a:gd name="adj" fmla="val 16667"/>
              </a:avLst>
            </a:prstGeom>
            <a:solidFill>
              <a:srgbClr val="5B7DB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cs typeface="Arial" pitchFamily="34" charset="0"/>
                </a:rPr>
                <a:t>GERENCIA DE</a:t>
              </a:r>
            </a:p>
            <a:p>
              <a:pPr algn="ctr"/>
              <a:r>
                <a:rPr lang="en-US" sz="800" b="1" dirty="0">
                  <a:cs typeface="Arial" pitchFamily="34" charset="0"/>
                </a:rPr>
                <a:t> VENTAS AL  MAYOR</a:t>
              </a:r>
            </a:p>
          </p:txBody>
        </p:sp>
        <p:sp>
          <p:nvSpPr>
            <p:cNvPr id="85" name="AutoShape 50"/>
            <p:cNvSpPr>
              <a:spLocks noChangeArrowheads="1"/>
            </p:cNvSpPr>
            <p:nvPr/>
          </p:nvSpPr>
          <p:spPr bwMode="auto">
            <a:xfrm>
              <a:off x="5011563" y="2032614"/>
              <a:ext cx="1123018" cy="363081"/>
            </a:xfrm>
            <a:prstGeom prst="roundRect">
              <a:avLst>
                <a:gd name="adj" fmla="val 16667"/>
              </a:avLst>
            </a:prstGeom>
            <a:solidFill>
              <a:srgbClr val="5B7DB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cs typeface="Arial" pitchFamily="34" charset="0"/>
                </a:rPr>
                <a:t>GERENCIA DE OPERACIONES Y</a:t>
              </a:r>
            </a:p>
            <a:p>
              <a:pPr algn="ctr"/>
              <a:r>
                <a:rPr lang="en-US" sz="800" b="1" dirty="0">
                  <a:cs typeface="Arial" pitchFamily="34" charset="0"/>
                </a:rPr>
                <a:t> LOGISTICA</a:t>
              </a:r>
            </a:p>
          </p:txBody>
        </p:sp>
        <p:sp>
          <p:nvSpPr>
            <p:cNvPr id="86" name="AutoShape 50"/>
            <p:cNvSpPr>
              <a:spLocks noChangeArrowheads="1"/>
            </p:cNvSpPr>
            <p:nvPr/>
          </p:nvSpPr>
          <p:spPr bwMode="auto">
            <a:xfrm>
              <a:off x="5001194" y="1154920"/>
              <a:ext cx="1123019" cy="319079"/>
            </a:xfrm>
            <a:prstGeom prst="roundRect">
              <a:avLst>
                <a:gd name="adj" fmla="val 16667"/>
              </a:avLst>
            </a:prstGeom>
            <a:solidFill>
              <a:srgbClr val="5B7DB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cs typeface="Arial" pitchFamily="34" charset="0"/>
                </a:rPr>
                <a:t>GERENCIA DE</a:t>
              </a:r>
            </a:p>
            <a:p>
              <a:pPr algn="ctr"/>
              <a:r>
                <a:rPr lang="en-US" sz="800" b="1" dirty="0">
                  <a:cs typeface="Arial" pitchFamily="34" charset="0"/>
                </a:rPr>
                <a:t> CONTABILIDAD</a:t>
              </a:r>
            </a:p>
          </p:txBody>
        </p:sp>
        <p:sp>
          <p:nvSpPr>
            <p:cNvPr id="87" name="AutoShape 50"/>
            <p:cNvSpPr>
              <a:spLocks noChangeArrowheads="1"/>
            </p:cNvSpPr>
            <p:nvPr/>
          </p:nvSpPr>
          <p:spPr bwMode="auto">
            <a:xfrm>
              <a:off x="5011563" y="689373"/>
              <a:ext cx="1123019" cy="372272"/>
            </a:xfrm>
            <a:prstGeom prst="roundRect">
              <a:avLst>
                <a:gd name="adj" fmla="val 16667"/>
              </a:avLst>
            </a:prstGeom>
            <a:solidFill>
              <a:srgbClr val="5B7DB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cs typeface="Arial" pitchFamily="34" charset="0"/>
                </a:rPr>
                <a:t>GERENCIA DE</a:t>
              </a:r>
            </a:p>
            <a:p>
              <a:pPr algn="ctr"/>
              <a:r>
                <a:rPr lang="en-US" sz="800" b="1" dirty="0">
                  <a:cs typeface="Arial" pitchFamily="34" charset="0"/>
                </a:rPr>
                <a:t>ADMINISTRACIÓN</a:t>
              </a:r>
            </a:p>
          </p:txBody>
        </p:sp>
        <p:sp>
          <p:nvSpPr>
            <p:cNvPr id="88" name="AutoShape 50"/>
            <p:cNvSpPr>
              <a:spLocks noChangeArrowheads="1"/>
            </p:cNvSpPr>
            <p:nvPr/>
          </p:nvSpPr>
          <p:spPr bwMode="auto">
            <a:xfrm>
              <a:off x="5011702" y="3290739"/>
              <a:ext cx="1123018" cy="301605"/>
            </a:xfrm>
            <a:prstGeom prst="roundRect">
              <a:avLst>
                <a:gd name="adj" fmla="val 16667"/>
              </a:avLst>
            </a:prstGeom>
            <a:solidFill>
              <a:srgbClr val="5B7DB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cs typeface="Arial" pitchFamily="34" charset="0"/>
                </a:rPr>
                <a:t>GERENCIA DE</a:t>
              </a:r>
            </a:p>
            <a:p>
              <a:pPr algn="ctr"/>
              <a:r>
                <a:rPr lang="en-US" sz="800" b="1" dirty="0">
                  <a:cs typeface="Arial" pitchFamily="34" charset="0"/>
                </a:rPr>
                <a:t>RRHH</a:t>
              </a:r>
            </a:p>
          </p:txBody>
        </p:sp>
        <p:sp>
          <p:nvSpPr>
            <p:cNvPr id="89" name="AutoShape 50"/>
            <p:cNvSpPr>
              <a:spLocks noChangeArrowheads="1"/>
            </p:cNvSpPr>
            <p:nvPr/>
          </p:nvSpPr>
          <p:spPr bwMode="auto">
            <a:xfrm>
              <a:off x="4993906" y="5270999"/>
              <a:ext cx="1123019" cy="320317"/>
            </a:xfrm>
            <a:prstGeom prst="roundRect">
              <a:avLst>
                <a:gd name="adj" fmla="val 16667"/>
              </a:avLst>
            </a:prstGeom>
            <a:solidFill>
              <a:srgbClr val="5B7DB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cs typeface="Arial" pitchFamily="34" charset="0"/>
                </a:rPr>
                <a:t>GERENCIA DE</a:t>
              </a:r>
            </a:p>
            <a:p>
              <a:pPr algn="ctr"/>
              <a:r>
                <a:rPr lang="en-US" sz="800" b="1" dirty="0">
                  <a:cs typeface="Arial" pitchFamily="34" charset="0"/>
                </a:rPr>
                <a:t>SISTEMAS</a:t>
              </a:r>
            </a:p>
          </p:txBody>
        </p:sp>
        <p:sp>
          <p:nvSpPr>
            <p:cNvPr id="90" name="AutoShape 50"/>
            <p:cNvSpPr>
              <a:spLocks noChangeArrowheads="1"/>
            </p:cNvSpPr>
            <p:nvPr/>
          </p:nvSpPr>
          <p:spPr bwMode="auto">
            <a:xfrm>
              <a:off x="4995443" y="5677122"/>
              <a:ext cx="1121483" cy="320317"/>
            </a:xfrm>
            <a:prstGeom prst="roundRect">
              <a:avLst>
                <a:gd name="adj" fmla="val 16667"/>
              </a:avLst>
            </a:prstGeom>
            <a:solidFill>
              <a:srgbClr val="5B7DB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cs typeface="Arial" pitchFamily="34" charset="0"/>
                </a:rPr>
                <a:t>GERENCIA DE</a:t>
              </a:r>
            </a:p>
            <a:p>
              <a:pPr algn="ctr"/>
              <a:r>
                <a:rPr lang="en-US" sz="800" b="1" dirty="0">
                  <a:cs typeface="Arial" pitchFamily="34" charset="0"/>
                </a:rPr>
                <a:t> SERV. TECNICO</a:t>
              </a:r>
            </a:p>
          </p:txBody>
        </p:sp>
        <p:sp>
          <p:nvSpPr>
            <p:cNvPr id="94" name="AutoShape 50">
              <a:extLst>
                <a:ext uri="{FF2B5EF4-FFF2-40B4-BE49-F238E27FC236}">
                  <a16:creationId xmlns:a16="http://schemas.microsoft.com/office/drawing/2014/main" id="{AEDAD971-D0CB-4644-907B-2E47E7417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430" y="2052933"/>
              <a:ext cx="890392" cy="35551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solidFill>
                    <a:schemeClr val="tx1"/>
                  </a:solidFill>
                  <a:cs typeface="Arial" pitchFamily="34" charset="0"/>
                </a:rPr>
                <a:t>ALMACÉN</a:t>
              </a:r>
            </a:p>
          </p:txBody>
        </p:sp>
        <p:sp>
          <p:nvSpPr>
            <p:cNvPr id="95" name="AutoShape 57">
              <a:extLst>
                <a:ext uri="{FF2B5EF4-FFF2-40B4-BE49-F238E27FC236}">
                  <a16:creationId xmlns:a16="http://schemas.microsoft.com/office/drawing/2014/main" id="{0A3BADB8-11F4-4CE1-A39D-1202B9880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885" y="1981463"/>
              <a:ext cx="1709944" cy="446304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b="1" dirty="0">
                <a:solidFill>
                  <a:schemeClr val="bg1"/>
                </a:solidFill>
                <a:cs typeface="Arial" pitchFamily="34" charset="0"/>
              </a:endParaRP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  <a:cs typeface="Arial" pitchFamily="34" charset="0"/>
                </a:rPr>
                <a:t>JUNTA DIRECTIVA </a:t>
              </a:r>
            </a:p>
            <a:p>
              <a:pPr algn="ctr"/>
              <a:endParaRPr 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97" name="AutoShape 50">
              <a:extLst>
                <a:ext uri="{FF2B5EF4-FFF2-40B4-BE49-F238E27FC236}">
                  <a16:creationId xmlns:a16="http://schemas.microsoft.com/office/drawing/2014/main" id="{BFE0F9A0-D149-4A62-BB10-89504CCAF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3289" y="1128323"/>
              <a:ext cx="890392" cy="372272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>
                  <a:cs typeface="Arial" pitchFamily="34" charset="0"/>
                </a:rPr>
                <a:t>AUDITORÍA </a:t>
              </a:r>
              <a:endParaRPr lang="en-US" sz="800" b="1" dirty="0">
                <a:cs typeface="Arial" pitchFamily="34" charset="0"/>
              </a:endParaRPr>
            </a:p>
          </p:txBody>
        </p:sp>
        <p:sp>
          <p:nvSpPr>
            <p:cNvPr id="98" name="AutoShape 50">
              <a:extLst>
                <a:ext uri="{FF2B5EF4-FFF2-40B4-BE49-F238E27FC236}">
                  <a16:creationId xmlns:a16="http://schemas.microsoft.com/office/drawing/2014/main" id="{0D548CE1-CC60-4CE7-8258-47C786E7E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498" y="2813773"/>
              <a:ext cx="1673319" cy="44630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>
                  <a:solidFill>
                    <a:schemeClr val="bg1"/>
                  </a:solidFill>
                  <a:cs typeface="Arial" pitchFamily="34" charset="0"/>
                </a:rPr>
                <a:t>DIRECCIÓN GENERAL</a:t>
              </a:r>
              <a:endParaRPr 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99" name="AutoShape 50">
              <a:extLst>
                <a:ext uri="{FF2B5EF4-FFF2-40B4-BE49-F238E27FC236}">
                  <a16:creationId xmlns:a16="http://schemas.microsoft.com/office/drawing/2014/main" id="{7AC7F50B-47A5-452D-A9AB-DBDE2DE0A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1927" y="2408451"/>
              <a:ext cx="890392" cy="372272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cs typeface="Arial" pitchFamily="34" charset="0"/>
                </a:rPr>
                <a:t>ASESORÍA LEGAL</a:t>
              </a:r>
            </a:p>
          </p:txBody>
        </p:sp>
        <p:sp>
          <p:nvSpPr>
            <p:cNvPr id="101" name="AutoShape 50">
              <a:extLst>
                <a:ext uri="{FF2B5EF4-FFF2-40B4-BE49-F238E27FC236}">
                  <a16:creationId xmlns:a16="http://schemas.microsoft.com/office/drawing/2014/main" id="{6B2263BC-085E-478B-B937-F39F620E6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430" y="4865364"/>
              <a:ext cx="890392" cy="3063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 dirty="0">
                  <a:solidFill>
                    <a:schemeClr val="tx1"/>
                  </a:solidFill>
                  <a:cs typeface="Arial" pitchFamily="34" charset="0"/>
                </a:rPr>
                <a:t>SUCURSALES</a:t>
              </a: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9181FFC9-6991-79E0-8EB7-57D73B7256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185579"/>
            <a:ext cx="756588" cy="13692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2CFA161-AEE7-81E4-B5D7-1AA6558FA3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122947"/>
            <a:ext cx="547003" cy="707887"/>
          </a:xfrm>
          <a:prstGeom prst="rect">
            <a:avLst/>
          </a:prstGeom>
        </p:spPr>
      </p:pic>
      <p:sp>
        <p:nvSpPr>
          <p:cNvPr id="39" name="AutoShape 50">
            <a:extLst>
              <a:ext uri="{FF2B5EF4-FFF2-40B4-BE49-F238E27FC236}">
                <a16:creationId xmlns:a16="http://schemas.microsoft.com/office/drawing/2014/main" id="{0D6D84C3-3F60-EE72-CB5A-3E4EDA077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015" y="2587965"/>
            <a:ext cx="1121483" cy="372272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 dirty="0">
                <a:cs typeface="Arial" pitchFamily="34" charset="0"/>
              </a:rPr>
              <a:t>GERENCIA DE PLANIFICACIÓN FINANCIERA</a:t>
            </a:r>
          </a:p>
        </p:txBody>
      </p:sp>
      <p:sp>
        <p:nvSpPr>
          <p:cNvPr id="111" name="AutoShape 50">
            <a:extLst>
              <a:ext uri="{FF2B5EF4-FFF2-40B4-BE49-F238E27FC236}">
                <a16:creationId xmlns:a16="http://schemas.microsoft.com/office/drawing/2014/main" id="{052E0EF9-61D6-7AA0-FEA3-40643256C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573" y="4943710"/>
            <a:ext cx="1123019" cy="379175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noFill/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 dirty="0">
                <a:cs typeface="Arial" pitchFamily="34" charset="0"/>
              </a:rPr>
              <a:t>GERENCIA DE</a:t>
            </a:r>
          </a:p>
          <a:p>
            <a:pPr algn="ctr"/>
            <a:r>
              <a:rPr lang="en-US" sz="800" b="1" dirty="0">
                <a:cs typeface="Arial" pitchFamily="34" charset="0"/>
              </a:rPr>
              <a:t>VISUAL</a:t>
            </a:r>
          </a:p>
        </p:txBody>
      </p:sp>
      <p:sp>
        <p:nvSpPr>
          <p:cNvPr id="112" name="AutoShape 50">
            <a:extLst>
              <a:ext uri="{FF2B5EF4-FFF2-40B4-BE49-F238E27FC236}">
                <a16:creationId xmlns:a16="http://schemas.microsoft.com/office/drawing/2014/main" id="{E0B120C9-7846-0F34-BDA8-0B243B1C2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3368" y="4462961"/>
            <a:ext cx="1123019" cy="379175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noFill/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 dirty="0">
                <a:cs typeface="Arial" pitchFamily="34" charset="0"/>
              </a:rPr>
              <a:t>GERENCIA DE VENTAS WEB</a:t>
            </a:r>
          </a:p>
        </p:txBody>
      </p:sp>
      <p:pic>
        <p:nvPicPr>
          <p:cNvPr id="215" name="Imagen 214">
            <a:extLst>
              <a:ext uri="{FF2B5EF4-FFF2-40B4-BE49-F238E27FC236}">
                <a16:creationId xmlns:a16="http://schemas.microsoft.com/office/drawing/2014/main" id="{AB7DCB64-FD57-698B-78F1-0790C64232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364207"/>
            <a:ext cx="789787" cy="180739"/>
          </a:xfrm>
          <a:prstGeom prst="rect">
            <a:avLst/>
          </a:prstGeom>
        </p:spPr>
      </p:pic>
      <p:cxnSp>
        <p:nvCxnSpPr>
          <p:cNvPr id="219" name="Conector: angular 218">
            <a:extLst>
              <a:ext uri="{FF2B5EF4-FFF2-40B4-BE49-F238E27FC236}">
                <a16:creationId xmlns:a16="http://schemas.microsoft.com/office/drawing/2014/main" id="{4542C26F-98B5-FA84-4785-45FFE67EB943}"/>
              </a:ext>
            </a:extLst>
          </p:cNvPr>
          <p:cNvCxnSpPr>
            <a:cxnSpLocks/>
            <a:stCxn id="87" idx="1"/>
            <a:endCxn id="90" idx="1"/>
          </p:cNvCxnSpPr>
          <p:nvPr/>
        </p:nvCxnSpPr>
        <p:spPr>
          <a:xfrm rot="10800000" flipV="1">
            <a:off x="6417110" y="678272"/>
            <a:ext cx="16120" cy="5873508"/>
          </a:xfrm>
          <a:prstGeom prst="bentConnector3">
            <a:avLst>
              <a:gd name="adj1" fmla="val 15181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50">
            <a:extLst>
              <a:ext uri="{FF2B5EF4-FFF2-40B4-BE49-F238E27FC236}">
                <a16:creationId xmlns:a16="http://schemas.microsoft.com/office/drawing/2014/main" id="{557EE9AC-140A-CB32-D014-4C53C71C7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015" y="3060009"/>
            <a:ext cx="1121483" cy="372272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 dirty="0">
                <a:cs typeface="Arial" pitchFamily="34" charset="0"/>
              </a:rPr>
              <a:t>GERENCIA DE PROYECTOS</a:t>
            </a:r>
          </a:p>
        </p:txBody>
      </p: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88F36398-404F-5E5E-EEA3-85BBC4DAA212}"/>
              </a:ext>
            </a:extLst>
          </p:cNvPr>
          <p:cNvCxnSpPr>
            <a:stCxn id="86" idx="1"/>
            <a:endCxn id="39" idx="1"/>
          </p:cNvCxnSpPr>
          <p:nvPr/>
        </p:nvCxnSpPr>
        <p:spPr>
          <a:xfrm rot="10800000" flipH="1" flipV="1">
            <a:off x="6422861" y="1197879"/>
            <a:ext cx="12154" cy="1576221"/>
          </a:xfrm>
          <a:prstGeom prst="bentConnector3">
            <a:avLst>
              <a:gd name="adj1" fmla="val -19282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: angular 71">
            <a:extLst>
              <a:ext uri="{FF2B5EF4-FFF2-40B4-BE49-F238E27FC236}">
                <a16:creationId xmlns:a16="http://schemas.microsoft.com/office/drawing/2014/main" id="{725F0761-8CA8-B61D-A370-A05198A0DDAA}"/>
              </a:ext>
            </a:extLst>
          </p:cNvPr>
          <p:cNvCxnSpPr>
            <a:stCxn id="112" idx="1"/>
            <a:endCxn id="111" idx="1"/>
          </p:cNvCxnSpPr>
          <p:nvPr/>
        </p:nvCxnSpPr>
        <p:spPr>
          <a:xfrm rot="10800000" flipV="1">
            <a:off x="6415574" y="4652548"/>
            <a:ext cx="17795" cy="480749"/>
          </a:xfrm>
          <a:prstGeom prst="bentConnector3">
            <a:avLst>
              <a:gd name="adj1" fmla="val 137165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angular 78">
            <a:extLst>
              <a:ext uri="{FF2B5EF4-FFF2-40B4-BE49-F238E27FC236}">
                <a16:creationId xmlns:a16="http://schemas.microsoft.com/office/drawing/2014/main" id="{21266323-89A0-2159-8727-B5FDA5DE1BAD}"/>
              </a:ext>
            </a:extLst>
          </p:cNvPr>
          <p:cNvCxnSpPr>
            <a:stCxn id="88" idx="1"/>
            <a:endCxn id="84" idx="1"/>
          </p:cNvCxnSpPr>
          <p:nvPr/>
        </p:nvCxnSpPr>
        <p:spPr>
          <a:xfrm rot="10800000" flipV="1">
            <a:off x="6433231" y="3715818"/>
            <a:ext cx="139" cy="456129"/>
          </a:xfrm>
          <a:prstGeom prst="bentConnector3">
            <a:avLst>
              <a:gd name="adj1" fmla="val 17618848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0246C13A-F3E5-274F-B684-CFFADAF0437D}"/>
              </a:ext>
            </a:extLst>
          </p:cNvPr>
          <p:cNvCxnSpPr>
            <a:cxnSpLocks/>
            <a:stCxn id="98" idx="3"/>
            <a:endCxn id="13" idx="1"/>
          </p:cNvCxnSpPr>
          <p:nvPr/>
        </p:nvCxnSpPr>
        <p:spPr>
          <a:xfrm>
            <a:off x="3757484" y="3236852"/>
            <a:ext cx="2677531" cy="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4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7 CuadroTexto"/>
          <p:cNvSpPr txBox="1"/>
          <p:nvPr/>
        </p:nvSpPr>
        <p:spPr>
          <a:xfrm>
            <a:off x="1569743" y="116634"/>
            <a:ext cx="436488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ORGANIGRAMA  FUNCIONAL DISTRIBUIDORA ROWER, C.A.</a:t>
            </a:r>
          </a:p>
        </p:txBody>
      </p:sp>
      <p:sp>
        <p:nvSpPr>
          <p:cNvPr id="4" name="AutoShape 50">
            <a:extLst>
              <a:ext uri="{FF2B5EF4-FFF2-40B4-BE49-F238E27FC236}">
                <a16:creationId xmlns:a16="http://schemas.microsoft.com/office/drawing/2014/main" id="{ABED240B-5866-AE05-22D1-B307ED81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17" y="2006346"/>
            <a:ext cx="767777" cy="379135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51" b="1" dirty="0">
                <a:cs typeface="Arial" pitchFamily="34" charset="0"/>
              </a:rPr>
              <a:t>GERENCIA DE</a:t>
            </a:r>
          </a:p>
          <a:p>
            <a:pPr algn="ctr"/>
            <a:r>
              <a:rPr lang="en-US" sz="551" b="1" dirty="0">
                <a:cs typeface="Arial" pitchFamily="34" charset="0"/>
              </a:rPr>
              <a:t>ADMINISTRACIÓN</a:t>
            </a:r>
          </a:p>
        </p:txBody>
      </p:sp>
      <p:sp>
        <p:nvSpPr>
          <p:cNvPr id="8" name="AutoShape 50">
            <a:extLst>
              <a:ext uri="{FF2B5EF4-FFF2-40B4-BE49-F238E27FC236}">
                <a16:creationId xmlns:a16="http://schemas.microsoft.com/office/drawing/2014/main" id="{62E1DF80-F2A0-23D8-324F-10BBE928A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217" y="2030438"/>
            <a:ext cx="756000" cy="36000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</a:t>
            </a:r>
          </a:p>
          <a:p>
            <a:pPr algn="ctr"/>
            <a:r>
              <a:rPr lang="en-US" sz="600" b="1" dirty="0">
                <a:cs typeface="Arial" pitchFamily="34" charset="0"/>
              </a:rPr>
              <a:t>MARKETING</a:t>
            </a:r>
          </a:p>
        </p:txBody>
      </p:sp>
      <p:sp>
        <p:nvSpPr>
          <p:cNvPr id="27" name="AutoShape 50">
            <a:extLst>
              <a:ext uri="{FF2B5EF4-FFF2-40B4-BE49-F238E27FC236}">
                <a16:creationId xmlns:a16="http://schemas.microsoft.com/office/drawing/2014/main" id="{8ECE7BE5-4B01-DD2F-AADC-1DC2F1C22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811" y="2017200"/>
            <a:ext cx="756000" cy="36000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 OPERACIONES Y</a:t>
            </a:r>
          </a:p>
          <a:p>
            <a:pPr algn="ctr"/>
            <a:r>
              <a:rPr lang="en-US" sz="600" b="1" dirty="0">
                <a:cs typeface="Arial" pitchFamily="34" charset="0"/>
              </a:rPr>
              <a:t> LOGISTICA</a:t>
            </a:r>
          </a:p>
        </p:txBody>
      </p:sp>
      <p:sp>
        <p:nvSpPr>
          <p:cNvPr id="32" name="AutoShape 50">
            <a:extLst>
              <a:ext uri="{FF2B5EF4-FFF2-40B4-BE49-F238E27FC236}">
                <a16:creationId xmlns:a16="http://schemas.microsoft.com/office/drawing/2014/main" id="{51FAC183-86D3-94A5-29CD-0FF9B622C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642" y="2023940"/>
            <a:ext cx="756000" cy="394935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</a:t>
            </a:r>
          </a:p>
          <a:p>
            <a:pPr algn="ctr"/>
            <a:r>
              <a:rPr lang="en-US" sz="600" b="1">
                <a:cs typeface="Arial" pitchFamily="34" charset="0"/>
              </a:rPr>
              <a:t> CONTABILIDAD</a:t>
            </a:r>
            <a:endParaRPr lang="en-US" sz="600" b="1" dirty="0">
              <a:cs typeface="Arial" pitchFamily="34" charset="0"/>
            </a:endParaRPr>
          </a:p>
        </p:txBody>
      </p:sp>
      <p:sp>
        <p:nvSpPr>
          <p:cNvPr id="55" name="AutoShape 50">
            <a:extLst>
              <a:ext uri="{FF2B5EF4-FFF2-40B4-BE49-F238E27FC236}">
                <a16:creationId xmlns:a16="http://schemas.microsoft.com/office/drawing/2014/main" id="{93C0DD6B-2C1B-95F9-7ADB-B7E81C905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362" y="2019254"/>
            <a:ext cx="720000" cy="36000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 PLANIFICACIÓN FINANCIERA</a:t>
            </a:r>
          </a:p>
        </p:txBody>
      </p:sp>
      <p:sp>
        <p:nvSpPr>
          <p:cNvPr id="56" name="AutoShape 50">
            <a:extLst>
              <a:ext uri="{FF2B5EF4-FFF2-40B4-BE49-F238E27FC236}">
                <a16:creationId xmlns:a16="http://schemas.microsoft.com/office/drawing/2014/main" id="{47F73804-74D5-EBEA-6731-A502A9324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4442" y="2023408"/>
            <a:ext cx="720000" cy="36703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</a:t>
            </a:r>
          </a:p>
          <a:p>
            <a:pPr algn="ctr"/>
            <a:r>
              <a:rPr lang="en-US" sz="600" b="1">
                <a:cs typeface="Arial" pitchFamily="34" charset="0"/>
              </a:rPr>
              <a:t>RR HH</a:t>
            </a:r>
            <a:endParaRPr lang="en-US" sz="600" b="1" dirty="0">
              <a:cs typeface="Arial" pitchFamily="34" charset="0"/>
            </a:endParaRPr>
          </a:p>
        </p:txBody>
      </p:sp>
      <p:sp>
        <p:nvSpPr>
          <p:cNvPr id="58" name="AutoShape 50">
            <a:extLst>
              <a:ext uri="{FF2B5EF4-FFF2-40B4-BE49-F238E27FC236}">
                <a16:creationId xmlns:a16="http://schemas.microsoft.com/office/drawing/2014/main" id="{0233606E-B25C-0432-A8E1-C66DDD0F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979" y="2022806"/>
            <a:ext cx="720000" cy="36000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</a:t>
            </a:r>
          </a:p>
          <a:p>
            <a:pPr algn="ctr"/>
            <a:r>
              <a:rPr lang="en-US" sz="600" b="1" dirty="0">
                <a:cs typeface="Arial" pitchFamily="34" charset="0"/>
              </a:rPr>
              <a:t> VTAS.  MAYOR</a:t>
            </a:r>
          </a:p>
        </p:txBody>
      </p:sp>
      <p:sp>
        <p:nvSpPr>
          <p:cNvPr id="84" name="AutoShape 50">
            <a:extLst>
              <a:ext uri="{FF2B5EF4-FFF2-40B4-BE49-F238E27FC236}">
                <a16:creationId xmlns:a16="http://schemas.microsoft.com/office/drawing/2014/main" id="{4C10F3E3-22D9-A22D-4423-F684F869E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3744" y="2027658"/>
            <a:ext cx="720000" cy="36000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</a:t>
            </a:r>
          </a:p>
          <a:p>
            <a:pPr algn="ctr"/>
            <a:r>
              <a:rPr lang="en-US" sz="600" b="1" dirty="0">
                <a:cs typeface="Arial" pitchFamily="34" charset="0"/>
              </a:rPr>
              <a:t>VISUAL</a:t>
            </a:r>
          </a:p>
        </p:txBody>
      </p:sp>
      <p:sp>
        <p:nvSpPr>
          <p:cNvPr id="85" name="AutoShape 50">
            <a:extLst>
              <a:ext uri="{FF2B5EF4-FFF2-40B4-BE49-F238E27FC236}">
                <a16:creationId xmlns:a16="http://schemas.microsoft.com/office/drawing/2014/main" id="{BC5A4D70-E47A-CD04-590C-EFFE35232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074" y="2009630"/>
            <a:ext cx="720000" cy="36000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</a:t>
            </a:r>
          </a:p>
          <a:p>
            <a:pPr algn="ctr"/>
            <a:r>
              <a:rPr lang="en-US" sz="600" b="1" dirty="0">
                <a:cs typeface="Arial" pitchFamily="34" charset="0"/>
              </a:rPr>
              <a:t> VTAS. DETAL</a:t>
            </a:r>
          </a:p>
        </p:txBody>
      </p:sp>
      <p:sp>
        <p:nvSpPr>
          <p:cNvPr id="86" name="AutoShape 50">
            <a:extLst>
              <a:ext uri="{FF2B5EF4-FFF2-40B4-BE49-F238E27FC236}">
                <a16:creationId xmlns:a16="http://schemas.microsoft.com/office/drawing/2014/main" id="{2F4EC0A1-EA78-7230-A524-195DCB835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4040" y="2005711"/>
            <a:ext cx="720000" cy="36000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prstDash val="dash"/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</a:t>
            </a:r>
          </a:p>
          <a:p>
            <a:pPr algn="ctr"/>
            <a:r>
              <a:rPr lang="en-US" sz="600" b="1" dirty="0">
                <a:cs typeface="Arial" pitchFamily="34" charset="0"/>
              </a:rPr>
              <a:t>SISTEMAS</a:t>
            </a:r>
          </a:p>
        </p:txBody>
      </p:sp>
      <p:sp>
        <p:nvSpPr>
          <p:cNvPr id="93" name="AutoShape 50">
            <a:extLst>
              <a:ext uri="{FF2B5EF4-FFF2-40B4-BE49-F238E27FC236}">
                <a16:creationId xmlns:a16="http://schemas.microsoft.com/office/drawing/2014/main" id="{3427A0BC-3D9B-6840-FCFF-0C74DFD7F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7101" y="2011345"/>
            <a:ext cx="720000" cy="36000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</a:t>
            </a:r>
          </a:p>
          <a:p>
            <a:pPr algn="ctr"/>
            <a:r>
              <a:rPr lang="en-US" sz="600" b="1" dirty="0">
                <a:cs typeface="Arial" pitchFamily="34" charset="0"/>
              </a:rPr>
              <a:t> SERV</a:t>
            </a:r>
            <a:r>
              <a:rPr lang="en-US" sz="600" b="1">
                <a:cs typeface="Arial" pitchFamily="34" charset="0"/>
              </a:rPr>
              <a:t>. TECNICO</a:t>
            </a:r>
            <a:endParaRPr lang="en-US" sz="600" b="1" dirty="0">
              <a:cs typeface="Arial" pitchFamily="34" charset="0"/>
            </a:endParaRPr>
          </a:p>
        </p:txBody>
      </p:sp>
      <p:sp>
        <p:nvSpPr>
          <p:cNvPr id="94" name="AutoShape 50">
            <a:extLst>
              <a:ext uri="{FF2B5EF4-FFF2-40B4-BE49-F238E27FC236}">
                <a16:creationId xmlns:a16="http://schemas.microsoft.com/office/drawing/2014/main" id="{674867F7-D80A-ECFB-9004-E23C514EB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6565" y="2009630"/>
            <a:ext cx="756000" cy="36000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 VENTAS WEB</a:t>
            </a:r>
          </a:p>
        </p:txBody>
      </p:sp>
      <p:sp>
        <p:nvSpPr>
          <p:cNvPr id="95" name="AutoShape 57">
            <a:extLst>
              <a:ext uri="{FF2B5EF4-FFF2-40B4-BE49-F238E27FC236}">
                <a16:creationId xmlns:a16="http://schemas.microsoft.com/office/drawing/2014/main" id="{ED335293-3437-7022-4C29-C960B6681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028" y="828861"/>
            <a:ext cx="1709944" cy="396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b="1" dirty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cs typeface="Arial" pitchFamily="34" charset="0"/>
              </a:rPr>
              <a:t>JUNTA DIRECTIVA </a:t>
            </a:r>
          </a:p>
          <a:p>
            <a:pPr algn="ctr"/>
            <a:endParaRPr 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7" name="AutoShape 50">
            <a:extLst>
              <a:ext uri="{FF2B5EF4-FFF2-40B4-BE49-F238E27FC236}">
                <a16:creationId xmlns:a16="http://schemas.microsoft.com/office/drawing/2014/main" id="{1834CD81-9F73-33FD-8F9D-1903BE29A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9340" y="1376407"/>
            <a:ext cx="1673320" cy="43750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chemeClr val="bg1"/>
                </a:solidFill>
                <a:cs typeface="Arial" pitchFamily="34" charset="0"/>
              </a:rPr>
              <a:t>DIRECCIÓN GENERAL</a:t>
            </a:r>
            <a:endParaRPr 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3" name="AutoShape 4">
            <a:extLst>
              <a:ext uri="{FF2B5EF4-FFF2-40B4-BE49-F238E27FC236}">
                <a16:creationId xmlns:a16="http://schemas.microsoft.com/office/drawing/2014/main" id="{26885FB8-2F9B-D10D-1DB7-827D25F48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295" y="3012334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COORDINADOR DE TESORERIA</a:t>
            </a:r>
          </a:p>
        </p:txBody>
      </p:sp>
      <p:sp>
        <p:nvSpPr>
          <p:cNvPr id="106" name="AutoShape 6">
            <a:extLst>
              <a:ext uri="{FF2B5EF4-FFF2-40B4-BE49-F238E27FC236}">
                <a16:creationId xmlns:a16="http://schemas.microsoft.com/office/drawing/2014/main" id="{F66E9938-A981-B508-CA7F-C9BFCC332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86" y="2533695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COORDINADOR DE CUENTAS POR PAGAR</a:t>
            </a:r>
          </a:p>
        </p:txBody>
      </p:sp>
      <p:sp>
        <p:nvSpPr>
          <p:cNvPr id="109" name="AutoShape 4">
            <a:extLst>
              <a:ext uri="{FF2B5EF4-FFF2-40B4-BE49-F238E27FC236}">
                <a16:creationId xmlns:a16="http://schemas.microsoft.com/office/drawing/2014/main" id="{73B22519-5D20-3A51-DD42-B078C04B5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71" y="3022247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COORDINADORA DE CUENTAS POR COBRAR</a:t>
            </a:r>
          </a:p>
        </p:txBody>
      </p:sp>
      <p:sp>
        <p:nvSpPr>
          <p:cNvPr id="110" name="AutoShape 4">
            <a:extLst>
              <a:ext uri="{FF2B5EF4-FFF2-40B4-BE49-F238E27FC236}">
                <a16:creationId xmlns:a16="http://schemas.microsoft.com/office/drawing/2014/main" id="{98F36215-0CCC-00B4-C3F1-B184B4B30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22" y="3967356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ASISTENTE DE CUENTAS POR COBRAR</a:t>
            </a:r>
          </a:p>
        </p:txBody>
      </p:sp>
      <p:sp>
        <p:nvSpPr>
          <p:cNvPr id="111" name="AutoShape 4">
            <a:extLst>
              <a:ext uri="{FF2B5EF4-FFF2-40B4-BE49-F238E27FC236}">
                <a16:creationId xmlns:a16="http://schemas.microsoft.com/office/drawing/2014/main" id="{43BA9DF5-828B-C643-079B-7CB125E72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30" y="3502182"/>
            <a:ext cx="720000" cy="373897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520" b="1" dirty="0">
                <a:solidFill>
                  <a:schemeClr val="tx1"/>
                </a:solidFill>
                <a:cs typeface="Arial" pitchFamily="34" charset="0"/>
              </a:rPr>
              <a:t>ASISTENTE DE CUENTAS POR PAGAR</a:t>
            </a:r>
          </a:p>
        </p:txBody>
      </p:sp>
      <p:sp>
        <p:nvSpPr>
          <p:cNvPr id="117" name="AutoShape 4">
            <a:extLst>
              <a:ext uri="{FF2B5EF4-FFF2-40B4-BE49-F238E27FC236}">
                <a16:creationId xmlns:a16="http://schemas.microsoft.com/office/drawing/2014/main" id="{553DA7F7-6346-322A-211E-F8990143D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22" y="5916469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APRENDIZ INCES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(5)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4" name="AutoShape 4">
            <a:extLst>
              <a:ext uri="{FF2B5EF4-FFF2-40B4-BE49-F238E27FC236}">
                <a16:creationId xmlns:a16="http://schemas.microsoft.com/office/drawing/2014/main" id="{CF72C501-64D3-2C39-C95D-CF199D643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6" y="4419971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RECEPCIONISTA</a:t>
            </a:r>
          </a:p>
        </p:txBody>
      </p:sp>
      <p:sp>
        <p:nvSpPr>
          <p:cNvPr id="134" name="AutoShape 4">
            <a:extLst>
              <a:ext uri="{FF2B5EF4-FFF2-40B4-BE49-F238E27FC236}">
                <a16:creationId xmlns:a16="http://schemas.microsoft.com/office/drawing/2014/main" id="{D7E267B5-2957-DF1D-D806-2CC878ADB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6" y="4929459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MENSAJERO</a:t>
            </a:r>
          </a:p>
        </p:txBody>
      </p:sp>
      <p:sp>
        <p:nvSpPr>
          <p:cNvPr id="135" name="AutoShape 4">
            <a:extLst>
              <a:ext uri="{FF2B5EF4-FFF2-40B4-BE49-F238E27FC236}">
                <a16:creationId xmlns:a16="http://schemas.microsoft.com/office/drawing/2014/main" id="{45F4A35C-F92C-C5D4-C16A-D913DF73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22" y="5403893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CHOFER </a:t>
            </a:r>
          </a:p>
        </p:txBody>
      </p:sp>
      <p:sp>
        <p:nvSpPr>
          <p:cNvPr id="138" name="AutoShape 6">
            <a:extLst>
              <a:ext uri="{FF2B5EF4-FFF2-40B4-BE49-F238E27FC236}">
                <a16:creationId xmlns:a16="http://schemas.microsoft.com/office/drawing/2014/main" id="{A72A4AB7-0EB2-69ED-7BCE-13C6E7704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137" y="2542930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COORDINADOR CONTABLE</a:t>
            </a:r>
          </a:p>
        </p:txBody>
      </p:sp>
      <p:sp>
        <p:nvSpPr>
          <p:cNvPr id="141" name="AutoShape 4">
            <a:extLst>
              <a:ext uri="{FF2B5EF4-FFF2-40B4-BE49-F238E27FC236}">
                <a16:creationId xmlns:a16="http://schemas.microsoft.com/office/drawing/2014/main" id="{FCE49E96-8C7E-0F5F-EB65-668C422FE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396" y="4461434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AUXILIAR CONTABLE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(3)</a:t>
            </a:r>
          </a:p>
        </p:txBody>
      </p:sp>
      <p:sp>
        <p:nvSpPr>
          <p:cNvPr id="142" name="AutoShape 4">
            <a:extLst>
              <a:ext uri="{FF2B5EF4-FFF2-40B4-BE49-F238E27FC236}">
                <a16:creationId xmlns:a16="http://schemas.microsoft.com/office/drawing/2014/main" id="{35EF9A8A-B291-8B38-5284-B9AFBA2AA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642" y="3022247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ASISTENTE CONTABLE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 (2)</a:t>
            </a:r>
          </a:p>
        </p:txBody>
      </p:sp>
      <p:sp>
        <p:nvSpPr>
          <p:cNvPr id="146" name="AutoShape 4">
            <a:extLst>
              <a:ext uri="{FF2B5EF4-FFF2-40B4-BE49-F238E27FC236}">
                <a16:creationId xmlns:a16="http://schemas.microsoft.com/office/drawing/2014/main" id="{5936EB5D-2FFD-8A1A-A434-75AF4E970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137" y="3502182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ASISTENTE CONTABLE E IMPUESTOS</a:t>
            </a:r>
          </a:p>
        </p:txBody>
      </p:sp>
      <p:sp>
        <p:nvSpPr>
          <p:cNvPr id="151" name="AutoShape 6">
            <a:extLst>
              <a:ext uri="{FF2B5EF4-FFF2-40B4-BE49-F238E27FC236}">
                <a16:creationId xmlns:a16="http://schemas.microsoft.com/office/drawing/2014/main" id="{1B38F790-6862-E371-1767-98BFCFA4D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995" y="2538684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570" b="1" dirty="0">
                <a:solidFill>
                  <a:schemeClr val="tx1"/>
                </a:solidFill>
                <a:cs typeface="Arial" pitchFamily="34" charset="0"/>
              </a:rPr>
              <a:t>COORDINADOR DE MARKETING DEPORTIVO</a:t>
            </a:r>
          </a:p>
        </p:txBody>
      </p:sp>
      <p:sp>
        <p:nvSpPr>
          <p:cNvPr id="153" name="AutoShape 4">
            <a:extLst>
              <a:ext uri="{FF2B5EF4-FFF2-40B4-BE49-F238E27FC236}">
                <a16:creationId xmlns:a16="http://schemas.microsoft.com/office/drawing/2014/main" id="{0DF060F6-E62C-F05A-968A-51C9C4239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9842" y="4937145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EDITOR DE CONTENIDO</a:t>
            </a:r>
          </a:p>
        </p:txBody>
      </p:sp>
      <p:sp>
        <p:nvSpPr>
          <p:cNvPr id="155" name="AutoShape 4">
            <a:extLst>
              <a:ext uri="{FF2B5EF4-FFF2-40B4-BE49-F238E27FC236}">
                <a16:creationId xmlns:a16="http://schemas.microsoft.com/office/drawing/2014/main" id="{0F540273-BA3A-E639-D66A-49E67BA0C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718" y="3979420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COORDINADOR DE MARCA</a:t>
            </a:r>
          </a:p>
        </p:txBody>
      </p:sp>
      <p:sp>
        <p:nvSpPr>
          <p:cNvPr id="158" name="AutoShape 4">
            <a:extLst>
              <a:ext uri="{FF2B5EF4-FFF2-40B4-BE49-F238E27FC236}">
                <a16:creationId xmlns:a16="http://schemas.microsoft.com/office/drawing/2014/main" id="{1D24E64D-8606-B9EA-C635-9B536F3A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9842" y="5447580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prstDash val="sysDash"/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CREADOR DE CONTENIDO</a:t>
            </a:r>
          </a:p>
        </p:txBody>
      </p:sp>
      <p:sp>
        <p:nvSpPr>
          <p:cNvPr id="159" name="AutoShape 4">
            <a:extLst>
              <a:ext uri="{FF2B5EF4-FFF2-40B4-BE49-F238E27FC236}">
                <a16:creationId xmlns:a16="http://schemas.microsoft.com/office/drawing/2014/main" id="{5250C7A8-9426-93B1-0655-7A137C57A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411" y="5940590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ANALISTA DE CANALES DIGITALES</a:t>
            </a:r>
          </a:p>
        </p:txBody>
      </p:sp>
      <p:sp>
        <p:nvSpPr>
          <p:cNvPr id="160" name="AutoShape 4">
            <a:extLst>
              <a:ext uri="{FF2B5EF4-FFF2-40B4-BE49-F238E27FC236}">
                <a16:creationId xmlns:a16="http://schemas.microsoft.com/office/drawing/2014/main" id="{64AF5CB0-5C4B-1CA1-5F36-E215987E1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411" y="6427636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ASISTENTE DE MARKETING (2)</a:t>
            </a:r>
          </a:p>
        </p:txBody>
      </p:sp>
      <p:sp>
        <p:nvSpPr>
          <p:cNvPr id="169" name="AutoShape 4">
            <a:extLst>
              <a:ext uri="{FF2B5EF4-FFF2-40B4-BE49-F238E27FC236}">
                <a16:creationId xmlns:a16="http://schemas.microsoft.com/office/drawing/2014/main" id="{D66CC78A-DF5D-61AB-0905-3AF8FDC9D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760" y="2996952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JEFE DE SERVICIOS GENERALES</a:t>
            </a:r>
          </a:p>
        </p:txBody>
      </p:sp>
      <p:sp>
        <p:nvSpPr>
          <p:cNvPr id="170" name="AutoShape 4">
            <a:extLst>
              <a:ext uri="{FF2B5EF4-FFF2-40B4-BE49-F238E27FC236}">
                <a16:creationId xmlns:a16="http://schemas.microsoft.com/office/drawing/2014/main" id="{AAB5C14C-F5A7-AAB5-935C-982EF5FE3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760" y="3951692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SUPERVISOR DE ALMACEN </a:t>
            </a:r>
          </a:p>
        </p:txBody>
      </p:sp>
      <p:sp>
        <p:nvSpPr>
          <p:cNvPr id="171" name="AutoShape 4">
            <a:extLst>
              <a:ext uri="{FF2B5EF4-FFF2-40B4-BE49-F238E27FC236}">
                <a16:creationId xmlns:a16="http://schemas.microsoft.com/office/drawing/2014/main" id="{C73290DB-81D9-AEA1-8E5D-F0E795CDE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310" y="3474322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COORD. COMPRAS Y LOGISTICA</a:t>
            </a:r>
          </a:p>
        </p:txBody>
      </p:sp>
      <p:sp>
        <p:nvSpPr>
          <p:cNvPr id="176" name="AutoShape 4">
            <a:extLst>
              <a:ext uri="{FF2B5EF4-FFF2-40B4-BE49-F238E27FC236}">
                <a16:creationId xmlns:a16="http://schemas.microsoft.com/office/drawing/2014/main" id="{7383EE34-BEEB-230E-AF07-84F14757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760" y="4937598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AYUDANTE DE ALMACEN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(8)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4" name="AutoShape 4">
            <a:extLst>
              <a:ext uri="{FF2B5EF4-FFF2-40B4-BE49-F238E27FC236}">
                <a16:creationId xmlns:a16="http://schemas.microsoft.com/office/drawing/2014/main" id="{645E74A6-AFC5-D419-0588-866B57BDC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4198" y="5430608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CHOFER (2)</a:t>
            </a:r>
          </a:p>
        </p:txBody>
      </p:sp>
      <p:sp>
        <p:nvSpPr>
          <p:cNvPr id="187" name="AutoShape 4">
            <a:extLst>
              <a:ext uri="{FF2B5EF4-FFF2-40B4-BE49-F238E27FC236}">
                <a16:creationId xmlns:a16="http://schemas.microsoft.com/office/drawing/2014/main" id="{35DD0C24-D0E2-350E-3407-B019F1C1F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310" y="5917654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AYUDANTE DE CHOFER</a:t>
            </a:r>
          </a:p>
        </p:txBody>
      </p:sp>
      <p:sp>
        <p:nvSpPr>
          <p:cNvPr id="190" name="AutoShape 4">
            <a:extLst>
              <a:ext uri="{FF2B5EF4-FFF2-40B4-BE49-F238E27FC236}">
                <a16:creationId xmlns:a16="http://schemas.microsoft.com/office/drawing/2014/main" id="{74703F0E-4C0A-C137-3AA5-5294168AE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4198" y="4429062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ANALISTA DE LOGISTICA</a:t>
            </a:r>
          </a:p>
        </p:txBody>
      </p:sp>
      <p:sp>
        <p:nvSpPr>
          <p:cNvPr id="193" name="AutoShape 6">
            <a:extLst>
              <a:ext uri="{FF2B5EF4-FFF2-40B4-BE49-F238E27FC236}">
                <a16:creationId xmlns:a16="http://schemas.microsoft.com/office/drawing/2014/main" id="{02ED1E8B-0FB4-B95C-4C96-09896FF05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4442" y="2542930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COORDINADOR DE RRHH</a:t>
            </a:r>
          </a:p>
        </p:txBody>
      </p:sp>
      <p:sp>
        <p:nvSpPr>
          <p:cNvPr id="194" name="AutoShape 4">
            <a:extLst>
              <a:ext uri="{FF2B5EF4-FFF2-40B4-BE49-F238E27FC236}">
                <a16:creationId xmlns:a16="http://schemas.microsoft.com/office/drawing/2014/main" id="{B75C8B14-39E2-5965-98EA-EA0CF2738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4442" y="3016509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ANALISTA DE NOMINA</a:t>
            </a:r>
          </a:p>
        </p:txBody>
      </p:sp>
      <p:sp>
        <p:nvSpPr>
          <p:cNvPr id="195" name="AutoShape 4">
            <a:extLst>
              <a:ext uri="{FF2B5EF4-FFF2-40B4-BE49-F238E27FC236}">
                <a16:creationId xmlns:a16="http://schemas.microsoft.com/office/drawing/2014/main" id="{B46C91CD-631A-7463-D873-38F443A42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4442" y="3490088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ANALISTA DE RRHH</a:t>
            </a:r>
          </a:p>
        </p:txBody>
      </p:sp>
      <p:sp>
        <p:nvSpPr>
          <p:cNvPr id="197" name="AutoShape 4">
            <a:extLst>
              <a:ext uri="{FF2B5EF4-FFF2-40B4-BE49-F238E27FC236}">
                <a16:creationId xmlns:a16="http://schemas.microsoft.com/office/drawing/2014/main" id="{5A099CEE-AC97-0F8E-39EF-8A2C824CD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692" y="2527915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580" b="1" dirty="0">
                <a:solidFill>
                  <a:schemeClr val="tx1"/>
                </a:solidFill>
                <a:cs typeface="Arial" pitchFamily="34" charset="0"/>
              </a:rPr>
              <a:t>SUPERVISOR DE OPERACIONES Y LOGISTICA</a:t>
            </a:r>
          </a:p>
        </p:txBody>
      </p:sp>
      <p:sp>
        <p:nvSpPr>
          <p:cNvPr id="198" name="AutoShape 4">
            <a:extLst>
              <a:ext uri="{FF2B5EF4-FFF2-40B4-BE49-F238E27FC236}">
                <a16:creationId xmlns:a16="http://schemas.microsoft.com/office/drawing/2014/main" id="{57CB9608-6CB6-3D07-FD71-6B53B68C8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6137" y="2983143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ANALISTA DE FACTURACION</a:t>
            </a:r>
          </a:p>
        </p:txBody>
      </p:sp>
      <p:sp>
        <p:nvSpPr>
          <p:cNvPr id="199" name="AutoShape 4">
            <a:extLst>
              <a:ext uri="{FF2B5EF4-FFF2-40B4-BE49-F238E27FC236}">
                <a16:creationId xmlns:a16="http://schemas.microsoft.com/office/drawing/2014/main" id="{BF3A0F1F-D494-DC7D-FE38-430F1F09F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6565" y="4418934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ASISTENTE DE OPERACIONES</a:t>
            </a:r>
          </a:p>
        </p:txBody>
      </p:sp>
      <p:sp>
        <p:nvSpPr>
          <p:cNvPr id="200" name="AutoShape 4">
            <a:extLst>
              <a:ext uri="{FF2B5EF4-FFF2-40B4-BE49-F238E27FC236}">
                <a16:creationId xmlns:a16="http://schemas.microsoft.com/office/drawing/2014/main" id="{79B2A32F-3B02-DACF-5C40-4BEB369D7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692" y="4889421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AYUDANTE DE ALMACEN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(2)</a:t>
            </a:r>
          </a:p>
        </p:txBody>
      </p:sp>
      <p:sp>
        <p:nvSpPr>
          <p:cNvPr id="204" name="AutoShape 4">
            <a:extLst>
              <a:ext uri="{FF2B5EF4-FFF2-40B4-BE49-F238E27FC236}">
                <a16:creationId xmlns:a16="http://schemas.microsoft.com/office/drawing/2014/main" id="{903FDB25-A586-5257-2C88-E90916571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692" y="3468889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ASESOR DE VENTAS WEB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(7)</a:t>
            </a:r>
          </a:p>
        </p:txBody>
      </p:sp>
      <p:sp>
        <p:nvSpPr>
          <p:cNvPr id="213" name="AutoShape 4">
            <a:extLst>
              <a:ext uri="{FF2B5EF4-FFF2-40B4-BE49-F238E27FC236}">
                <a16:creationId xmlns:a16="http://schemas.microsoft.com/office/drawing/2014/main" id="{D8B71A6A-9EC2-2CF8-7AEE-3C9A1C6DF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5855" y="2535588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COORDINADOR VISUAL</a:t>
            </a:r>
          </a:p>
        </p:txBody>
      </p:sp>
      <p:sp>
        <p:nvSpPr>
          <p:cNvPr id="214" name="AutoShape 4">
            <a:extLst>
              <a:ext uri="{FF2B5EF4-FFF2-40B4-BE49-F238E27FC236}">
                <a16:creationId xmlns:a16="http://schemas.microsoft.com/office/drawing/2014/main" id="{E57ADAC7-A8C2-4778-D367-970A7356C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5855" y="3006298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ASISTENTE DE VISUAL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 (2)</a:t>
            </a:r>
          </a:p>
        </p:txBody>
      </p:sp>
      <p:sp>
        <p:nvSpPr>
          <p:cNvPr id="217" name="AutoShape 4">
            <a:extLst>
              <a:ext uri="{FF2B5EF4-FFF2-40B4-BE49-F238E27FC236}">
                <a16:creationId xmlns:a16="http://schemas.microsoft.com/office/drawing/2014/main" id="{55DA7AD3-49BD-2303-6D4C-F61AD57AC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473" y="2541840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SUPERVISOR DE INVENTARIO</a:t>
            </a:r>
          </a:p>
        </p:txBody>
      </p:sp>
      <p:sp>
        <p:nvSpPr>
          <p:cNvPr id="219" name="AutoShape 4">
            <a:extLst>
              <a:ext uri="{FF2B5EF4-FFF2-40B4-BE49-F238E27FC236}">
                <a16:creationId xmlns:a16="http://schemas.microsoft.com/office/drawing/2014/main" id="{138243D3-7661-9F54-73C1-49D2D1665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9168" y="3014153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SUPERVISOR CUBITT</a:t>
            </a:r>
          </a:p>
        </p:txBody>
      </p:sp>
      <p:sp>
        <p:nvSpPr>
          <p:cNvPr id="220" name="AutoShape 4">
            <a:extLst>
              <a:ext uri="{FF2B5EF4-FFF2-40B4-BE49-F238E27FC236}">
                <a16:creationId xmlns:a16="http://schemas.microsoft.com/office/drawing/2014/main" id="{B851D1B9-8478-04C5-4FB4-E1674AE83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473" y="3480090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SUPERVISOR CASIO</a:t>
            </a:r>
          </a:p>
        </p:txBody>
      </p:sp>
      <p:sp>
        <p:nvSpPr>
          <p:cNvPr id="225" name="AutoShape 4">
            <a:extLst>
              <a:ext uri="{FF2B5EF4-FFF2-40B4-BE49-F238E27FC236}">
                <a16:creationId xmlns:a16="http://schemas.microsoft.com/office/drawing/2014/main" id="{AB3AE663-FDDF-A869-C449-D2B14D25D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0672" y="3036919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TECNICO DE SISTEMAS</a:t>
            </a:r>
          </a:p>
        </p:txBody>
      </p:sp>
      <p:sp>
        <p:nvSpPr>
          <p:cNvPr id="226" name="AutoShape 4">
            <a:extLst>
              <a:ext uri="{FF2B5EF4-FFF2-40B4-BE49-F238E27FC236}">
                <a16:creationId xmlns:a16="http://schemas.microsoft.com/office/drawing/2014/main" id="{92C509BC-01C1-018B-F60A-759A2700B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0658" y="3494818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AUXILIAR TECNICO</a:t>
            </a:r>
          </a:p>
        </p:txBody>
      </p:sp>
      <p:sp>
        <p:nvSpPr>
          <p:cNvPr id="232" name="AutoShape 6">
            <a:extLst>
              <a:ext uri="{FF2B5EF4-FFF2-40B4-BE49-F238E27FC236}">
                <a16:creationId xmlns:a16="http://schemas.microsoft.com/office/drawing/2014/main" id="{829BDCC8-0224-5015-CF04-3FBCD634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4239" y="2550881"/>
            <a:ext cx="720000" cy="374608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SUB GERENTE SERV. TECNICO</a:t>
            </a:r>
          </a:p>
        </p:txBody>
      </p:sp>
      <p:sp>
        <p:nvSpPr>
          <p:cNvPr id="233" name="AutoShape 4">
            <a:extLst>
              <a:ext uri="{FF2B5EF4-FFF2-40B4-BE49-F238E27FC236}">
                <a16:creationId xmlns:a16="http://schemas.microsoft.com/office/drawing/2014/main" id="{0DBF8024-87C2-00CB-4373-186404CE0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4239" y="3982084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TÉCNICO RELOJERO</a:t>
            </a:r>
          </a:p>
        </p:txBody>
      </p:sp>
      <p:sp>
        <p:nvSpPr>
          <p:cNvPr id="235" name="AutoShape 4">
            <a:extLst>
              <a:ext uri="{FF2B5EF4-FFF2-40B4-BE49-F238E27FC236}">
                <a16:creationId xmlns:a16="http://schemas.microsoft.com/office/drawing/2014/main" id="{6665BCF1-F539-F127-EDBE-74A01A6CD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4239" y="4472482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TÉCNICO ELECTRONICO</a:t>
            </a:r>
          </a:p>
        </p:txBody>
      </p:sp>
      <p:sp>
        <p:nvSpPr>
          <p:cNvPr id="236" name="AutoShape 4">
            <a:extLst>
              <a:ext uri="{FF2B5EF4-FFF2-40B4-BE49-F238E27FC236}">
                <a16:creationId xmlns:a16="http://schemas.microsoft.com/office/drawing/2014/main" id="{28F04427-BF5D-9727-78F6-D68F78B26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4239" y="3036919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510" b="1" dirty="0">
                <a:solidFill>
                  <a:schemeClr val="tx1"/>
                </a:solidFill>
                <a:cs typeface="Arial" pitchFamily="34" charset="0"/>
              </a:rPr>
              <a:t>ASISTENTE ADMINISTRATIVO</a:t>
            </a:r>
          </a:p>
          <a:p>
            <a:pPr algn="ctr"/>
            <a:r>
              <a:rPr lang="es-ES" sz="510" b="1" dirty="0">
                <a:solidFill>
                  <a:schemeClr val="tx1"/>
                </a:solidFill>
                <a:cs typeface="Arial" pitchFamily="34" charset="0"/>
              </a:rPr>
              <a:t>(2)</a:t>
            </a:r>
            <a:endParaRPr lang="en-US" sz="51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38" name="AutoShape 4">
            <a:extLst>
              <a:ext uri="{FF2B5EF4-FFF2-40B4-BE49-F238E27FC236}">
                <a16:creationId xmlns:a16="http://schemas.microsoft.com/office/drawing/2014/main" id="{8C89ABAD-5779-453E-CDC2-15631D659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4239" y="3505621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SOPORTE WEB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(2)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41" name="AutoShape 4">
            <a:extLst>
              <a:ext uri="{FF2B5EF4-FFF2-40B4-BE49-F238E27FC236}">
                <a16:creationId xmlns:a16="http://schemas.microsoft.com/office/drawing/2014/main" id="{193BEB12-99D1-5E72-7238-C489A401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791" y="2527119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COORD. DE VENTAS AL MAYOR </a:t>
            </a:r>
          </a:p>
        </p:txBody>
      </p:sp>
      <p:sp>
        <p:nvSpPr>
          <p:cNvPr id="246" name="AutoShape 4">
            <a:extLst>
              <a:ext uri="{FF2B5EF4-FFF2-40B4-BE49-F238E27FC236}">
                <a16:creationId xmlns:a16="http://schemas.microsoft.com/office/drawing/2014/main" id="{5E92FC6C-EF78-6A81-62BE-647940F01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473" y="3948447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GERENTE DE TIENDA (19)</a:t>
            </a:r>
          </a:p>
        </p:txBody>
      </p:sp>
      <p:sp>
        <p:nvSpPr>
          <p:cNvPr id="247" name="AutoShape 4">
            <a:extLst>
              <a:ext uri="{FF2B5EF4-FFF2-40B4-BE49-F238E27FC236}">
                <a16:creationId xmlns:a16="http://schemas.microsoft.com/office/drawing/2014/main" id="{B185D969-0EEC-64E2-1F5F-9EB34C2B3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6928" y="4883317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ASESOR DE VENTAS (59)</a:t>
            </a:r>
          </a:p>
        </p:txBody>
      </p:sp>
      <p:sp>
        <p:nvSpPr>
          <p:cNvPr id="248" name="AutoShape 4">
            <a:extLst>
              <a:ext uri="{FF2B5EF4-FFF2-40B4-BE49-F238E27FC236}">
                <a16:creationId xmlns:a16="http://schemas.microsoft.com/office/drawing/2014/main" id="{727E66AA-895C-05AC-DADA-E1E73053F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3719" y="5781928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CAJERO (21)</a:t>
            </a:r>
          </a:p>
        </p:txBody>
      </p:sp>
      <p:sp>
        <p:nvSpPr>
          <p:cNvPr id="249" name="AutoShape 4">
            <a:extLst>
              <a:ext uri="{FF2B5EF4-FFF2-40B4-BE49-F238E27FC236}">
                <a16:creationId xmlns:a16="http://schemas.microsoft.com/office/drawing/2014/main" id="{1388FC40-11BB-0D31-0F9C-4E42E9672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28" y="4421563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SUB GERENTE DE TIENDA (7)</a:t>
            </a:r>
          </a:p>
        </p:txBody>
      </p:sp>
      <p:sp>
        <p:nvSpPr>
          <p:cNvPr id="250" name="AutoShape 4">
            <a:extLst>
              <a:ext uri="{FF2B5EF4-FFF2-40B4-BE49-F238E27FC236}">
                <a16:creationId xmlns:a16="http://schemas.microsoft.com/office/drawing/2014/main" id="{066CE808-A507-7143-CF2A-89810FE1C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9083" y="5329627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RELOJERO (6)</a:t>
            </a:r>
          </a:p>
        </p:txBody>
      </p:sp>
      <p:sp>
        <p:nvSpPr>
          <p:cNvPr id="251" name="AutoShape 4">
            <a:extLst>
              <a:ext uri="{FF2B5EF4-FFF2-40B4-BE49-F238E27FC236}">
                <a16:creationId xmlns:a16="http://schemas.microsoft.com/office/drawing/2014/main" id="{6CB7B745-04E3-F614-91F1-295D095AC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3719" y="6231089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SEGURIDAD (4)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E13FF61-9A13-7221-7914-1823E4667B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185579"/>
            <a:ext cx="756588" cy="13692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3C6B36D-7039-F156-530B-662A46F63C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122947"/>
            <a:ext cx="547003" cy="7078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C030A65-3707-C1D1-239A-E98CDDC35D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364207"/>
            <a:ext cx="789787" cy="180739"/>
          </a:xfrm>
          <a:prstGeom prst="rect">
            <a:avLst/>
          </a:prstGeom>
        </p:spPr>
      </p:pic>
      <p:sp>
        <p:nvSpPr>
          <p:cNvPr id="7" name="AutoShape 6">
            <a:extLst>
              <a:ext uri="{FF2B5EF4-FFF2-40B4-BE49-F238E27FC236}">
                <a16:creationId xmlns:a16="http://schemas.microsoft.com/office/drawing/2014/main" id="{374FB903-9C84-007B-E851-BF82F8444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490" y="2536404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PLANIFICADOR FINANCIERO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B9719E9C-7C60-D8E0-7D95-F5A17377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3119" y="3016054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COORDINADOR DE MARCA CUBITT 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8F4B4F7A-B0EA-DC5A-F650-4F095F9D2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3119" y="3502182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COORDINADOR DE MARCA CASIO (2)</a:t>
            </a:r>
          </a:p>
        </p:txBody>
      </p:sp>
      <p:sp>
        <p:nvSpPr>
          <p:cNvPr id="11" name="AutoShape 50">
            <a:extLst>
              <a:ext uri="{FF2B5EF4-FFF2-40B4-BE49-F238E27FC236}">
                <a16:creationId xmlns:a16="http://schemas.microsoft.com/office/drawing/2014/main" id="{B7BAA3CA-6601-58A8-725D-7C395C67D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998" y="2018610"/>
            <a:ext cx="729304" cy="360575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dirty="0">
                <a:cs typeface="Arial" pitchFamily="34" charset="0"/>
              </a:rPr>
              <a:t>GERENCIA DE PROYECTOS</a:t>
            </a: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94E939F-F9DF-ABA7-B3DC-CC69CB310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0119" y="3979420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ASISTENTE ADMIN. CONTABLE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7BCFED04-5E64-986C-5C95-ACE00E93D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712" y="4465732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DISEÑORADOR GRAFICO (2)</a:t>
            </a: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AA9F356D-8961-49F7-5616-05DA533BC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6565" y="3948447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SOPORTE WEB </a:t>
            </a: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2F7D4AE9-7608-DCCB-3073-89DAE9887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295" y="3483139"/>
            <a:ext cx="720000" cy="373897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520" b="1" dirty="0">
                <a:solidFill>
                  <a:schemeClr val="tx1"/>
                </a:solidFill>
                <a:cs typeface="Arial" pitchFamily="34" charset="0"/>
              </a:rPr>
              <a:t>ASISTENTE DE TESORERIA (3)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DC18A82B-C22D-1886-1290-E819A4CDF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791" y="2983143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ASESOR DE VENTAS AL MAYOR (4) </a:t>
            </a: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46075AB9-B491-8B70-4CEB-FBDCCFCA4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680" y="2564944"/>
            <a:ext cx="720000" cy="3600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GERENTE DE ALMACEN</a:t>
            </a:r>
          </a:p>
        </p:txBody>
      </p:sp>
      <p:sp>
        <p:nvSpPr>
          <p:cNvPr id="22" name="AutoShape 4">
            <a:extLst>
              <a:ext uri="{FF2B5EF4-FFF2-40B4-BE49-F238E27FC236}">
                <a16:creationId xmlns:a16="http://schemas.microsoft.com/office/drawing/2014/main" id="{F991BE99-81A9-15E0-3EF2-36CE8200C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0658" y="2558185"/>
            <a:ext cx="720000" cy="360000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COORD. DE SISTEMAS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D12A7-898D-F115-5F37-88B9FD21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051A7B99-9893-7E46-E493-CC60A19CE048}"/>
              </a:ext>
            </a:extLst>
          </p:cNvPr>
          <p:cNvCxnSpPr>
            <a:stCxn id="4" idx="2"/>
            <a:endCxn id="40" idx="0"/>
          </p:cNvCxnSpPr>
          <p:nvPr/>
        </p:nvCxnSpPr>
        <p:spPr>
          <a:xfrm>
            <a:off x="6132933" y="2546826"/>
            <a:ext cx="0" cy="1477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CE344D57-6222-9466-FE9D-07AEC99A4827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335790" y="1234991"/>
            <a:ext cx="389000" cy="169890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DA117C1B-7906-6F8E-55A7-11199F96B6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379745" y="2011066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ADMINISTRACION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MEJIAS JOSEFINA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953F40CD-4C7A-E3EB-46EE-972839271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648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E4DC9A9F-52EC-A076-C3D2-BB4DC194D22E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BE9A61F7-4E0B-555E-0115-1EE533F3E1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19DDE74E-13C7-6344-277B-2EDD25E057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6EEC3AC-B76A-EF35-D7D3-43CBAD00BE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30" name="AutoShape 4">
            <a:extLst>
              <a:ext uri="{FF2B5EF4-FFF2-40B4-BE49-F238E27FC236}">
                <a16:creationId xmlns:a16="http://schemas.microsoft.com/office/drawing/2014/main" id="{75B7E7E6-6ED9-ED01-AA91-26212E5EE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4730" y="329753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RECEPCIONISTA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PEREIRA ANGELA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EDBD805D-5F2E-BAEA-0A7F-CFB72027D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776" y="329753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 DE CUENTAS POR PAGAR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LARGO ANDRES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A2B4AAFF-5CA1-EE8C-AB19-42D4DCAAF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8208" y="401840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CHOFER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GOMEZ VICTOR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D5859193-2383-014F-DF2B-AB584AF7C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4730" y="473224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MENSAJERO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SOLORZANO JOSE LUIS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89DBEEAA-0481-E2D5-BA35-393549985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8208" y="548922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APRENDIZ INCES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(X5)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A3E31E45-2431-1C03-DFBC-C7B3439F9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161" y="329163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COORDINADORA DE CUENTAS POR COBRAR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CORTORREAL YAJAIRA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C9149E73-DBE8-8348-76D3-218BD4701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624" y="402480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DE CUENTAS POR PAGAR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DURAN ALICIA 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9DBEDC90-A0D9-6643-D32F-F4A77D932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3413" y="402480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DE CUENTAS POR COBRAR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LA CRUZ OLGA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38AD51F4-C20F-FBD6-EB85-DB2B7C242C2A}"/>
              </a:ext>
            </a:extLst>
          </p:cNvPr>
          <p:cNvCxnSpPr>
            <a:cxnSpLocks/>
            <a:stCxn id="2" idx="2"/>
            <a:endCxn id="18" idx="0"/>
          </p:cNvCxnSpPr>
          <p:nvPr/>
        </p:nvCxnSpPr>
        <p:spPr>
          <a:xfrm flipH="1">
            <a:off x="3668144" y="3728711"/>
            <a:ext cx="2152" cy="2960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6357FE89-516D-E82C-614C-CC767FE83F1F}"/>
              </a:ext>
            </a:extLst>
          </p:cNvPr>
          <p:cNvCxnSpPr>
            <a:cxnSpLocks/>
            <a:stCxn id="14" idx="3"/>
            <a:endCxn id="30" idx="3"/>
          </p:cNvCxnSpPr>
          <p:nvPr/>
        </p:nvCxnSpPr>
        <p:spPr>
          <a:xfrm flipV="1">
            <a:off x="9507248" y="3513123"/>
            <a:ext cx="16522" cy="2191691"/>
          </a:xfrm>
          <a:prstGeom prst="bentConnector3">
            <a:avLst>
              <a:gd name="adj1" fmla="val 14836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: angular 76">
            <a:extLst>
              <a:ext uri="{FF2B5EF4-FFF2-40B4-BE49-F238E27FC236}">
                <a16:creationId xmlns:a16="http://schemas.microsoft.com/office/drawing/2014/main" id="{9D4FDD6D-3626-E950-8F40-0CC7995A6D28}"/>
              </a:ext>
            </a:extLst>
          </p:cNvPr>
          <p:cNvCxnSpPr>
            <a:cxnSpLocks/>
            <a:stCxn id="11" idx="3"/>
            <a:endCxn id="12" idx="3"/>
          </p:cNvCxnSpPr>
          <p:nvPr/>
        </p:nvCxnSpPr>
        <p:spPr>
          <a:xfrm>
            <a:off x="9507248" y="4233988"/>
            <a:ext cx="16522" cy="713840"/>
          </a:xfrm>
          <a:prstGeom prst="bentConnector3">
            <a:avLst>
              <a:gd name="adj1" fmla="val 14836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angular 82">
            <a:extLst>
              <a:ext uri="{FF2B5EF4-FFF2-40B4-BE49-F238E27FC236}">
                <a16:creationId xmlns:a16="http://schemas.microsoft.com/office/drawing/2014/main" id="{A837AC2D-A5A2-BCE0-A0DF-C4C91AC7AD90}"/>
              </a:ext>
            </a:extLst>
          </p:cNvPr>
          <p:cNvCxnSpPr>
            <a:stCxn id="2" idx="0"/>
            <a:endCxn id="30" idx="3"/>
          </p:cNvCxnSpPr>
          <p:nvPr/>
        </p:nvCxnSpPr>
        <p:spPr>
          <a:xfrm rot="16200000" flipH="1">
            <a:off x="6489239" y="478592"/>
            <a:ext cx="215587" cy="5853474"/>
          </a:xfrm>
          <a:prstGeom prst="bentConnector4">
            <a:avLst>
              <a:gd name="adj1" fmla="val -106037"/>
              <a:gd name="adj2" fmla="val 10390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403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4DB82-46AB-A7CC-A5C9-CC5C9661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3938BF9F-159C-52E0-AEBE-0F8485D9968E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218229" y="1225188"/>
            <a:ext cx="396111" cy="172561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6">
            <a:extLst>
              <a:ext uri="{FF2B5EF4-FFF2-40B4-BE49-F238E27FC236}">
                <a16:creationId xmlns:a16="http://schemas.microsoft.com/office/drawing/2014/main" id="{C9EAD32E-E3AB-22DC-052C-E0241C7AB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333" y="2821415"/>
            <a:ext cx="1555887" cy="413957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 CONTABLE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QUINTERO MALUIN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F8720E73-5E7A-F0DD-6F5A-7AFC3F85EC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279089" y="2018171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</a:t>
            </a:r>
          </a:p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CONTABILIDAD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PADOVANI VICTOR 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C22714E4-403B-E8CD-D829-778F62E82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28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D3FE6C1F-5E0D-63C0-6F9C-86D62FDF7638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6A307AE-A0B4-7078-12CC-E3369AE218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340B66E7-4166-D1C5-FF15-79EE7F57DD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51D6505F-57F4-C8FA-6C17-6983E74B00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E1012F96-138F-16B7-0F59-578DCAFAD384}"/>
              </a:ext>
            </a:extLst>
          </p:cNvPr>
          <p:cNvCxnSpPr>
            <a:stCxn id="19" idx="2"/>
            <a:endCxn id="32" idx="1"/>
          </p:cNvCxnSpPr>
          <p:nvPr/>
        </p:nvCxnSpPr>
        <p:spPr>
          <a:xfrm rot="5400000">
            <a:off x="3743391" y="3201246"/>
            <a:ext cx="2254761" cy="2323013"/>
          </a:xfrm>
          <a:prstGeom prst="bentConnector4">
            <a:avLst>
              <a:gd name="adj1" fmla="val 21345"/>
              <a:gd name="adj2" fmla="val 10984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47EDE476-CDB2-E285-587A-15C7EA0579DA}"/>
              </a:ext>
            </a:extLst>
          </p:cNvPr>
          <p:cNvCxnSpPr>
            <a:stCxn id="19" idx="2"/>
            <a:endCxn id="27" idx="3"/>
          </p:cNvCxnSpPr>
          <p:nvPr/>
        </p:nvCxnSpPr>
        <p:spPr>
          <a:xfrm rot="16200000" flipH="1">
            <a:off x="6047904" y="3219745"/>
            <a:ext cx="2260974" cy="2292228"/>
          </a:xfrm>
          <a:prstGeom prst="bentConnector4">
            <a:avLst>
              <a:gd name="adj1" fmla="val 21244"/>
              <a:gd name="adj2" fmla="val 1099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upo 51">
            <a:extLst>
              <a:ext uri="{FF2B5EF4-FFF2-40B4-BE49-F238E27FC236}">
                <a16:creationId xmlns:a16="http://schemas.microsoft.com/office/drawing/2014/main" id="{4EF8108D-AA5C-C19E-7FBA-BD0AA028FBCF}"/>
              </a:ext>
            </a:extLst>
          </p:cNvPr>
          <p:cNvGrpSpPr/>
          <p:nvPr/>
        </p:nvGrpSpPr>
        <p:grpSpPr>
          <a:xfrm>
            <a:off x="3701198" y="3902873"/>
            <a:ext cx="4636007" cy="1809060"/>
            <a:chOff x="3701198" y="3902873"/>
            <a:chExt cx="4636007" cy="1809060"/>
          </a:xfrm>
        </p:grpSpPr>
        <p:sp>
          <p:nvSpPr>
            <p:cNvPr id="27" name="AutoShape 4">
              <a:extLst>
                <a:ext uri="{FF2B5EF4-FFF2-40B4-BE49-F238E27FC236}">
                  <a16:creationId xmlns:a16="http://schemas.microsoft.com/office/drawing/2014/main" id="{E097AEF1-C1D4-E135-DE5F-CF5DAD3AA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5465" y="5280758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AUXILIAR CONTABLE</a:t>
              </a:r>
            </a:p>
            <a:p>
              <a:pPr algn="ctr"/>
              <a:r>
                <a:rPr lang="es-ES" sz="600" b="1" dirty="0">
                  <a:solidFill>
                    <a:schemeClr val="tx1"/>
                  </a:solidFill>
                  <a:cs typeface="Arial" pitchFamily="34" charset="0"/>
                </a:rPr>
                <a:t>CABRERA DANIELA</a:t>
              </a:r>
              <a:endParaRPr lang="en-US" sz="6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8" name="AutoShape 4">
              <a:extLst>
                <a:ext uri="{FF2B5EF4-FFF2-40B4-BE49-F238E27FC236}">
                  <a16:creationId xmlns:a16="http://schemas.microsoft.com/office/drawing/2014/main" id="{F3FA2594-2161-36DE-B948-F74430FF3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389" y="3902873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AUXILIAR CONTABLE</a:t>
              </a:r>
            </a:p>
            <a:p>
              <a:pPr algn="ctr"/>
              <a:r>
                <a:rPr lang="es-ES" sz="600" b="1" dirty="0">
                  <a:solidFill>
                    <a:schemeClr val="tx1"/>
                  </a:solidFill>
                  <a:cs typeface="Arial" pitchFamily="34" charset="0"/>
                </a:rPr>
                <a:t>CCAINERI NELLY</a:t>
              </a:r>
              <a:endParaRPr lang="en-US" sz="6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9" name="AutoShape 4">
              <a:extLst>
                <a:ext uri="{FF2B5EF4-FFF2-40B4-BE49-F238E27FC236}">
                  <a16:creationId xmlns:a16="http://schemas.microsoft.com/office/drawing/2014/main" id="{A1977E4D-741E-6B7C-9C4C-371EDD369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5465" y="4588708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AUXILIAR CONTABLE</a:t>
              </a:r>
            </a:p>
            <a:p>
              <a:pPr algn="ctr"/>
              <a:r>
                <a:rPr lang="es-ES" sz="600" b="1" dirty="0">
                  <a:solidFill>
                    <a:schemeClr val="tx1"/>
                  </a:solidFill>
                  <a:cs typeface="Arial" pitchFamily="34" charset="0"/>
                </a:rPr>
                <a:t>FRAGOZA DAIMARLIZ</a:t>
              </a:r>
              <a:endParaRPr lang="en-US" sz="6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30" name="AutoShape 4">
              <a:extLst>
                <a:ext uri="{FF2B5EF4-FFF2-40B4-BE49-F238E27FC236}">
                  <a16:creationId xmlns:a16="http://schemas.microsoft.com/office/drawing/2014/main" id="{E25A8E2B-B5E2-F8C8-9BC9-57B60EB9D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198" y="4588709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AUXILIAR CONTABLE</a:t>
              </a:r>
            </a:p>
            <a:p>
              <a:pPr algn="ctr"/>
              <a:r>
                <a:rPr lang="es-ES" sz="600" b="1" dirty="0">
                  <a:solidFill>
                    <a:schemeClr val="tx1"/>
                  </a:solidFill>
                  <a:cs typeface="Arial" pitchFamily="34" charset="0"/>
                </a:rPr>
                <a:t>LANDAETA ALIDA</a:t>
              </a:r>
              <a:endParaRPr lang="en-US" sz="6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32" name="AutoShape 4">
              <a:extLst>
                <a:ext uri="{FF2B5EF4-FFF2-40B4-BE49-F238E27FC236}">
                  <a16:creationId xmlns:a16="http://schemas.microsoft.com/office/drawing/2014/main" id="{FFD7E041-6D1C-11C6-49C9-517956F01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264" y="5274545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ASISTENTE DE IMPUESTO</a:t>
              </a:r>
            </a:p>
            <a:p>
              <a:pPr algn="ctr"/>
              <a:r>
                <a:rPr lang="es-ES" sz="600" b="1" dirty="0">
                  <a:solidFill>
                    <a:schemeClr val="tx1"/>
                  </a:solidFill>
                  <a:cs typeface="Arial" pitchFamily="34" charset="0"/>
                </a:rPr>
                <a:t>LOPEZ LEONARDO</a:t>
              </a:r>
              <a:endParaRPr lang="en-US" sz="6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33" name="AutoShape 4">
              <a:extLst>
                <a:ext uri="{FF2B5EF4-FFF2-40B4-BE49-F238E27FC236}">
                  <a16:creationId xmlns:a16="http://schemas.microsoft.com/office/drawing/2014/main" id="{D48FC86F-5286-9182-0ED8-D488102EB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5465" y="3951343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AUXILIAR CONTABLE</a:t>
              </a:r>
            </a:p>
            <a:p>
              <a:pPr algn="ctr"/>
              <a:r>
                <a:rPr lang="es-ES" sz="600" b="1" dirty="0">
                  <a:solidFill>
                    <a:schemeClr val="tx1"/>
                  </a:solidFill>
                  <a:cs typeface="Arial" pitchFamily="34" charset="0"/>
                </a:rPr>
                <a:t>TORRES YERLANYS</a:t>
              </a:r>
              <a:endParaRPr lang="en-US" sz="600" b="1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34" name="Conector: angular 33">
              <a:extLst>
                <a:ext uri="{FF2B5EF4-FFF2-40B4-BE49-F238E27FC236}">
                  <a16:creationId xmlns:a16="http://schemas.microsoft.com/office/drawing/2014/main" id="{4354D68B-7FD2-542D-3DF5-5320CCCE9842}"/>
                </a:ext>
              </a:extLst>
            </p:cNvPr>
            <p:cNvCxnSpPr>
              <a:stCxn id="28" idx="1"/>
              <a:endCxn id="30" idx="1"/>
            </p:cNvCxnSpPr>
            <p:nvPr/>
          </p:nvCxnSpPr>
          <p:spPr>
            <a:xfrm rot="10800000" flipV="1">
              <a:off x="3701199" y="4118461"/>
              <a:ext cx="6191" cy="685836"/>
            </a:xfrm>
            <a:prstGeom prst="bentConnector3">
              <a:avLst>
                <a:gd name="adj1" fmla="val 363860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: angular 35">
              <a:extLst>
                <a:ext uri="{FF2B5EF4-FFF2-40B4-BE49-F238E27FC236}">
                  <a16:creationId xmlns:a16="http://schemas.microsoft.com/office/drawing/2014/main" id="{2AE9C9BF-2C6F-0A18-D597-F1E508EC5875}"/>
                </a:ext>
              </a:extLst>
            </p:cNvPr>
            <p:cNvCxnSpPr>
              <a:stCxn id="33" idx="3"/>
              <a:endCxn id="29" idx="3"/>
            </p:cNvCxnSpPr>
            <p:nvPr/>
          </p:nvCxnSpPr>
          <p:spPr>
            <a:xfrm>
              <a:off x="8324505" y="4166931"/>
              <a:ext cx="12700" cy="637365"/>
            </a:xfrm>
            <a:prstGeom prst="bentConnector3">
              <a:avLst>
                <a:gd name="adj1" fmla="val 180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525BEE39-EABB-547C-3118-1A84D73CDBB9}"/>
              </a:ext>
            </a:extLst>
          </p:cNvPr>
          <p:cNvCxnSpPr>
            <a:stCxn id="4" idx="2"/>
            <a:endCxn id="19" idx="0"/>
          </p:cNvCxnSpPr>
          <p:nvPr/>
        </p:nvCxnSpPr>
        <p:spPr>
          <a:xfrm>
            <a:off x="6032277" y="2553931"/>
            <a:ext cx="0" cy="2674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4">
            <a:extLst>
              <a:ext uri="{FF2B5EF4-FFF2-40B4-BE49-F238E27FC236}">
                <a16:creationId xmlns:a16="http://schemas.microsoft.com/office/drawing/2014/main" id="{B985CC33-8B75-D806-67B8-1E6DA1AB5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878" y="596038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AUXILIAR CONTABLE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ORTIZ  LUENDY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" name="Conector: angular 7">
            <a:extLst>
              <a:ext uri="{FF2B5EF4-FFF2-40B4-BE49-F238E27FC236}">
                <a16:creationId xmlns:a16="http://schemas.microsoft.com/office/drawing/2014/main" id="{5AA3D8E0-0215-3F5E-A98C-1EE39BFFDDF8}"/>
              </a:ext>
            </a:extLst>
          </p:cNvPr>
          <p:cNvCxnSpPr>
            <a:cxnSpLocks/>
            <a:stCxn id="27" idx="3"/>
            <a:endCxn id="2" idx="1"/>
          </p:cNvCxnSpPr>
          <p:nvPr/>
        </p:nvCxnSpPr>
        <p:spPr>
          <a:xfrm flipH="1">
            <a:off x="3687878" y="5496346"/>
            <a:ext cx="4636627" cy="679623"/>
          </a:xfrm>
          <a:prstGeom prst="bentConnector5">
            <a:avLst>
              <a:gd name="adj1" fmla="val -4930"/>
              <a:gd name="adj2" fmla="val -260881"/>
              <a:gd name="adj3" fmla="val 10448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91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6E62-710F-AF5C-2B42-6961CF7F8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7170F91F-E3BC-D8A9-5385-5E628F6348CA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218229" y="1225188"/>
            <a:ext cx="396111" cy="172561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6">
            <a:extLst>
              <a:ext uri="{FF2B5EF4-FFF2-40B4-BE49-F238E27FC236}">
                <a16:creationId xmlns:a16="http://schemas.microsoft.com/office/drawing/2014/main" id="{17B02589-5F94-8E61-6290-5669A05B3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164" y="3026456"/>
            <a:ext cx="1555887" cy="413957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750" b="1" dirty="0">
                <a:solidFill>
                  <a:schemeClr val="tx1"/>
                </a:solidFill>
                <a:cs typeface="Arial" pitchFamily="34" charset="0"/>
              </a:rPr>
              <a:t>COORDINADOR DE MARKETING DEPORTIVO CUBITT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AZUAJE YOSMARY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33615ADF-E2B3-6313-290B-D893F484BA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279089" y="2018171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</a:t>
            </a:r>
          </a:p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MARKETING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ABREU VALENTINA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A053BE6B-93D3-9490-225A-A5A0AB382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28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6A9648B4-2C1D-E73B-2110-AAE0AFB8C585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7C685D54-FC02-9B77-907F-CA745F541B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AB9AE539-1F72-19F6-05DF-CE3585362E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C973929C-25D5-421E-2528-C14D71BA6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28" name="AutoShape 4">
            <a:extLst>
              <a:ext uri="{FF2B5EF4-FFF2-40B4-BE49-F238E27FC236}">
                <a16:creationId xmlns:a16="http://schemas.microsoft.com/office/drawing/2014/main" id="{1B30A171-7EF2-D9FC-0994-FD35C6D15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605" y="300259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EDITOR DE CONTENIDO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CASTRO SEBASTIAN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F284F095-9FDE-2F6C-945A-A33390FB0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734" y="491175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 DE MARCA CASIO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MENDEZ WALTER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9CB6A7A9-9768-0F73-FF13-09C52676B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983" y="364631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 DE MARCA CASIO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CAMACHO JOYCE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59356598-717A-A966-8594-299FAA47B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7011" y="426806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 DE MARCA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DE QUEIROS DIANA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2C1BEF30-0F42-BA35-1CB0-FF7D8308A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834" y="554659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 DE MARCA CUBITT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SALAZAR CAROLY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37A01DA-4022-FAF8-AAA4-3176F555D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605" y="364000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DISEÑADOR GRAFICO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GARCIA JACKSAEL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D54A15D3-5920-05EB-3127-023210E74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696" y="491175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ANALISTA DE CANALES DIGITALES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FERNANDEZ GENESIS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6B8DD963-8B64-CBF8-7887-4E7AF7E65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696" y="554659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DE MARKETING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CASTRO FRANCYS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6DE2B33B-0557-D50E-E5AF-EC4C46D32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696" y="616530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MARKETING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ALEJOS MARIA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EBE2F458-0845-3260-A75A-C78BB2DA84E2}"/>
              </a:ext>
            </a:extLst>
          </p:cNvPr>
          <p:cNvCxnSpPr>
            <a:stCxn id="19" idx="3"/>
            <a:endCxn id="29" idx="3"/>
          </p:cNvCxnSpPr>
          <p:nvPr/>
        </p:nvCxnSpPr>
        <p:spPr>
          <a:xfrm flipH="1">
            <a:off x="8576774" y="3233435"/>
            <a:ext cx="19277" cy="1893905"/>
          </a:xfrm>
          <a:prstGeom prst="bentConnector3">
            <a:avLst>
              <a:gd name="adj1" fmla="val -100516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AD5F1590-68A7-4CDD-B3A1-52F6E001DAEA}"/>
              </a:ext>
            </a:extLst>
          </p:cNvPr>
          <p:cNvCxnSpPr>
            <a:stCxn id="30" idx="3"/>
            <a:endCxn id="32" idx="3"/>
          </p:cNvCxnSpPr>
          <p:nvPr/>
        </p:nvCxnSpPr>
        <p:spPr>
          <a:xfrm flipH="1">
            <a:off x="8596051" y="3861901"/>
            <a:ext cx="12972" cy="621750"/>
          </a:xfrm>
          <a:prstGeom prst="bentConnector3">
            <a:avLst>
              <a:gd name="adj1" fmla="val -13930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4">
            <a:extLst>
              <a:ext uri="{FF2B5EF4-FFF2-40B4-BE49-F238E27FC236}">
                <a16:creationId xmlns:a16="http://schemas.microsoft.com/office/drawing/2014/main" id="{BC9350C6-53A1-E8D5-2037-CF6B946C6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696" y="426199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DISEÑADOR GRAFICO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MARTINEZ CAMILLA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CE4DA84E-C5B6-4750-C2D1-597AE692044D}"/>
              </a:ext>
            </a:extLst>
          </p:cNvPr>
          <p:cNvCxnSpPr>
            <a:stCxn id="33" idx="3"/>
            <a:endCxn id="8" idx="1"/>
          </p:cNvCxnSpPr>
          <p:nvPr/>
        </p:nvCxnSpPr>
        <p:spPr>
          <a:xfrm flipH="1">
            <a:off x="3359696" y="5762182"/>
            <a:ext cx="5201178" cy="618710"/>
          </a:xfrm>
          <a:prstGeom prst="bentConnector5">
            <a:avLst>
              <a:gd name="adj1" fmla="val -4395"/>
              <a:gd name="adj2" fmla="val -493021"/>
              <a:gd name="adj3" fmla="val 1043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C81CE977-E3F2-C42D-EAD8-D2DC978AE512}"/>
              </a:ext>
            </a:extLst>
          </p:cNvPr>
          <p:cNvCxnSpPr>
            <a:stCxn id="4" idx="2"/>
            <a:endCxn id="7" idx="1"/>
          </p:cNvCxnSpPr>
          <p:nvPr/>
        </p:nvCxnSpPr>
        <p:spPr>
          <a:xfrm rot="5400000">
            <a:off x="3091862" y="2821766"/>
            <a:ext cx="3208250" cy="2672581"/>
          </a:xfrm>
          <a:prstGeom prst="bentConnector4">
            <a:avLst>
              <a:gd name="adj1" fmla="val 4886"/>
              <a:gd name="adj2" fmla="val 108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49B73EB5-D87E-1220-D823-D258D0F7B88C}"/>
              </a:ext>
            </a:extLst>
          </p:cNvPr>
          <p:cNvCxnSpPr>
            <a:stCxn id="28" idx="1"/>
            <a:endCxn id="5" idx="1"/>
          </p:cNvCxnSpPr>
          <p:nvPr/>
        </p:nvCxnSpPr>
        <p:spPr>
          <a:xfrm rot="10800000" flipV="1">
            <a:off x="3359697" y="3218183"/>
            <a:ext cx="909" cy="1909155"/>
          </a:xfrm>
          <a:prstGeom prst="bentConnector3">
            <a:avLst>
              <a:gd name="adj1" fmla="val 2524851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B0D9B6A0-7D80-D20A-B1F1-060953A508EB}"/>
              </a:ext>
            </a:extLst>
          </p:cNvPr>
          <p:cNvCxnSpPr>
            <a:stCxn id="3" idx="1"/>
            <a:endCxn id="2" idx="1"/>
          </p:cNvCxnSpPr>
          <p:nvPr/>
        </p:nvCxnSpPr>
        <p:spPr>
          <a:xfrm rot="10800000" flipV="1">
            <a:off x="3359697" y="3855597"/>
            <a:ext cx="909" cy="621990"/>
          </a:xfrm>
          <a:prstGeom prst="bentConnector3">
            <a:avLst>
              <a:gd name="adj1" fmla="val 2524851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81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8B489-8B88-753E-B90D-1A97531B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Conector: angular 106">
            <a:extLst>
              <a:ext uri="{FF2B5EF4-FFF2-40B4-BE49-F238E27FC236}">
                <a16:creationId xmlns:a16="http://schemas.microsoft.com/office/drawing/2014/main" id="{2054876C-EC27-0A29-4756-D29966350620}"/>
              </a:ext>
            </a:extLst>
          </p:cNvPr>
          <p:cNvCxnSpPr>
            <a:stCxn id="4" idx="2"/>
            <a:endCxn id="15" idx="2"/>
          </p:cNvCxnSpPr>
          <p:nvPr/>
        </p:nvCxnSpPr>
        <p:spPr>
          <a:xfrm rot="5400000">
            <a:off x="5774998" y="2621122"/>
            <a:ext cx="766964" cy="2320"/>
          </a:xfrm>
          <a:prstGeom prst="bentConnector5">
            <a:avLst>
              <a:gd name="adj1" fmla="val 15073"/>
              <a:gd name="adj2" fmla="val 151379"/>
              <a:gd name="adj3" fmla="val 1298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: angular 97">
            <a:extLst>
              <a:ext uri="{FF2B5EF4-FFF2-40B4-BE49-F238E27FC236}">
                <a16:creationId xmlns:a16="http://schemas.microsoft.com/office/drawing/2014/main" id="{9DC35AEE-A0AF-018C-4C8D-E791E0C47980}"/>
              </a:ext>
            </a:extLst>
          </p:cNvPr>
          <p:cNvCxnSpPr>
            <a:stCxn id="2" idx="2"/>
            <a:endCxn id="58" idx="1"/>
          </p:cNvCxnSpPr>
          <p:nvPr/>
        </p:nvCxnSpPr>
        <p:spPr>
          <a:xfrm rot="5400000">
            <a:off x="2342537" y="4550725"/>
            <a:ext cx="1720391" cy="805387"/>
          </a:xfrm>
          <a:prstGeom prst="bentConnector4">
            <a:avLst>
              <a:gd name="adj1" fmla="val 66160"/>
              <a:gd name="adj2" fmla="val 1283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angular 92">
            <a:extLst>
              <a:ext uri="{FF2B5EF4-FFF2-40B4-BE49-F238E27FC236}">
                <a16:creationId xmlns:a16="http://schemas.microsoft.com/office/drawing/2014/main" id="{E3230F55-00AA-0751-214D-1D14E298D3F8}"/>
              </a:ext>
            </a:extLst>
          </p:cNvPr>
          <p:cNvCxnSpPr>
            <a:stCxn id="44" idx="0"/>
            <a:endCxn id="45" idx="1"/>
          </p:cNvCxnSpPr>
          <p:nvPr/>
        </p:nvCxnSpPr>
        <p:spPr>
          <a:xfrm rot="16200000" flipV="1">
            <a:off x="3891153" y="3509202"/>
            <a:ext cx="432484" cy="2577210"/>
          </a:xfrm>
          <a:prstGeom prst="bentConnector4">
            <a:avLst>
              <a:gd name="adj1" fmla="val 184764"/>
              <a:gd name="adj2" fmla="val 1094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F4F13B2B-B898-A0E5-0BF9-368565922A4A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>
            <a:off x="5904963" y="4663192"/>
            <a:ext cx="2685427" cy="985544"/>
          </a:xfrm>
          <a:prstGeom prst="bentConnector4">
            <a:avLst>
              <a:gd name="adj1" fmla="val 15482"/>
              <a:gd name="adj2" fmla="val 1231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AA7DC6B4-6CCF-E6D2-166E-43B34A72B5B1}"/>
              </a:ext>
            </a:extLst>
          </p:cNvPr>
          <p:cNvCxnSpPr>
            <a:cxnSpLocks/>
            <a:endCxn id="8" idx="3"/>
          </p:cNvCxnSpPr>
          <p:nvPr/>
        </p:nvCxnSpPr>
        <p:spPr>
          <a:xfrm rot="16200000" flipH="1">
            <a:off x="7627739" y="3925964"/>
            <a:ext cx="2685427" cy="2460007"/>
          </a:xfrm>
          <a:prstGeom prst="bentConnector4">
            <a:avLst>
              <a:gd name="adj1" fmla="val 15482"/>
              <a:gd name="adj2" fmla="val 295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F588AE36-57EF-F62A-0F30-009744A34D56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345593" y="910057"/>
            <a:ext cx="396111" cy="172561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3725A452-4CC4-9BD2-45C7-F46FF184F6B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406452" y="1703040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</a:t>
            </a:r>
          </a:p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OPERACIONES Y LOGISTICA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CASTILLO JOSE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D1F146AF-5484-9F46-7418-ED4945B35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648" y="1052736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75D628CF-B08C-2B56-0333-7AEE816D2FB6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BA0D5CB6-0A15-11CB-B0D3-EE7961FF44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63EA8B98-BE32-1BB3-E317-3077E21149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F29568C-8DED-B569-0006-F880FE0E60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28" name="AutoShape 4">
            <a:extLst>
              <a:ext uri="{FF2B5EF4-FFF2-40B4-BE49-F238E27FC236}">
                <a16:creationId xmlns:a16="http://schemas.microsoft.com/office/drawing/2014/main" id="{BC524FCE-227C-D9AF-F818-37CE89CF2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8" y="365497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JEFE DE SERVICIOS GENERALES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PORRAS WILLIAMS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54D85B67-AA10-4A8B-E384-A59070EE0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045" y="366204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SUPERVISOR DE ALMACEN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AZNAREZ ROGELIO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3C6EE335-C897-0871-AB65-DEBA3BA69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905" y="366204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JEFE DE DESPACHO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MARQUEZ SEGUNDO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05205B9-F4A5-209A-0D2E-3213D8D6C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8111" y="440445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DUQUE ANDERSON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F75CC3C-0524-4F3F-7A3F-B20EF9241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1411" y="499564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SULBARAN ALFREDO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5A21CE4-E47A-4D8A-17ED-6485133DC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981" y="558684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MOTA CHRISTIAN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BFF9880-3CE9-009E-44EF-FD3E26227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1411" y="628309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VELAZCO JOSE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988D285C-F99F-209C-80F7-8C03E2341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412" y="440445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BELIS ANTONIO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AFFAFA4-9638-97CF-7CB8-BA74F55A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412" y="499830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CABRERA JOSE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5AF4BB79-16FA-04D2-89EE-E16EDD3BE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4901" y="558684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 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REIMUNDEZ KERVIN</a:t>
            </a: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1EF2CA74-1968-D329-0F82-5BE2BB252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4901" y="628309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GARCIA RAMON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C3AF9B1E-6967-9613-7B98-E9CC96C3ACA4}"/>
              </a:ext>
            </a:extLst>
          </p:cNvPr>
          <p:cNvCxnSpPr>
            <a:stCxn id="11" idx="1"/>
            <a:endCxn id="13" idx="1"/>
          </p:cNvCxnSpPr>
          <p:nvPr/>
        </p:nvCxnSpPr>
        <p:spPr>
          <a:xfrm rot="10800000" flipV="1">
            <a:off x="6754908" y="4620036"/>
            <a:ext cx="14511" cy="1182395"/>
          </a:xfrm>
          <a:prstGeom prst="bentConnector3">
            <a:avLst>
              <a:gd name="adj1" fmla="val 167535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56727235-C37A-DDF1-7F62-C0515AB95580}"/>
              </a:ext>
            </a:extLst>
          </p:cNvPr>
          <p:cNvCxnSpPr>
            <a:stCxn id="11" idx="1"/>
            <a:endCxn id="12" idx="1"/>
          </p:cNvCxnSpPr>
          <p:nvPr/>
        </p:nvCxnSpPr>
        <p:spPr>
          <a:xfrm rot="10800000" flipV="1">
            <a:off x="6769414" y="4620036"/>
            <a:ext cx="12700" cy="593851"/>
          </a:xfrm>
          <a:prstGeom prst="bentConnector3">
            <a:avLst>
              <a:gd name="adj1" fmla="val 20014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7B0D34A1-230A-C535-AB6D-AADD14E6D4A6}"/>
              </a:ext>
            </a:extLst>
          </p:cNvPr>
          <p:cNvCxnSpPr>
            <a:stCxn id="3" idx="1"/>
            <a:endCxn id="7" idx="1"/>
          </p:cNvCxnSpPr>
          <p:nvPr/>
        </p:nvCxnSpPr>
        <p:spPr>
          <a:xfrm rot="10800000" flipV="1">
            <a:off x="8653988" y="4620036"/>
            <a:ext cx="4129" cy="1182395"/>
          </a:xfrm>
          <a:prstGeom prst="bentConnector3">
            <a:avLst>
              <a:gd name="adj1" fmla="val 46214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6B605A16-0B5C-F65C-421D-796F9C690383}"/>
              </a:ext>
            </a:extLst>
          </p:cNvPr>
          <p:cNvCxnSpPr>
            <a:stCxn id="5" idx="1"/>
            <a:endCxn id="8" idx="1"/>
          </p:cNvCxnSpPr>
          <p:nvPr/>
        </p:nvCxnSpPr>
        <p:spPr>
          <a:xfrm rot="10800000" flipV="1">
            <a:off x="8661411" y="5211234"/>
            <a:ext cx="12700" cy="1287447"/>
          </a:xfrm>
          <a:prstGeom prst="bentConnector3">
            <a:avLst>
              <a:gd name="adj1" fmla="val 16457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utoShape 4">
            <a:extLst>
              <a:ext uri="{FF2B5EF4-FFF2-40B4-BE49-F238E27FC236}">
                <a16:creationId xmlns:a16="http://schemas.microsoft.com/office/drawing/2014/main" id="{738C14B5-AFE9-2673-E01B-95DD0C146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790" y="501317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CHOFER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CARABALLO WILLIAM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8" name="AutoShape 4">
            <a:extLst>
              <a:ext uri="{FF2B5EF4-FFF2-40B4-BE49-F238E27FC236}">
                <a16:creationId xmlns:a16="http://schemas.microsoft.com/office/drawing/2014/main" id="{67FD9E14-22DD-4C58-1914-90B5C6CCD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038" y="559802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CHOFER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LUCENA ALEXANDER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3" name="AutoShape 4">
            <a:extLst>
              <a:ext uri="{FF2B5EF4-FFF2-40B4-BE49-F238E27FC236}">
                <a16:creationId xmlns:a16="http://schemas.microsoft.com/office/drawing/2014/main" id="{AFC1BE61-8828-60F6-D21B-3A5D8316C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4812" y="619935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CHOFER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PADRON KEVIN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2" name="AutoShape 4">
            <a:extLst>
              <a:ext uri="{FF2B5EF4-FFF2-40B4-BE49-F238E27FC236}">
                <a16:creationId xmlns:a16="http://schemas.microsoft.com/office/drawing/2014/main" id="{CAD7E236-67D3-4ACA-4FDF-0A36A02F7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881" y="440445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ANALISTA DE LOGISTICA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PACHECO YOLY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E464BD9A-A2A4-A364-66BC-3D34A21E33A6}"/>
              </a:ext>
            </a:extLst>
          </p:cNvPr>
          <p:cNvCxnSpPr>
            <a:stCxn id="28" idx="1"/>
            <a:endCxn id="72" idx="1"/>
          </p:cNvCxnSpPr>
          <p:nvPr/>
        </p:nvCxnSpPr>
        <p:spPr>
          <a:xfrm rot="10800000" flipH="1" flipV="1">
            <a:off x="767412" y="3870563"/>
            <a:ext cx="5473" cy="749475"/>
          </a:xfrm>
          <a:prstGeom prst="bentConnector3">
            <a:avLst>
              <a:gd name="adj1" fmla="val -41768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4">
            <a:extLst>
              <a:ext uri="{FF2B5EF4-FFF2-40B4-BE49-F238E27FC236}">
                <a16:creationId xmlns:a16="http://schemas.microsoft.com/office/drawing/2014/main" id="{2CBC1CA0-D576-F904-83A6-27795EA36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1536" y="365497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 COORD. PLANIFICACIÓN DE COMPRAS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SANCHEZ JIMENA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BDAD1112-0F0C-70E6-BB2C-3039ED11A685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16200000" flipH="1">
            <a:off x="7627260" y="771180"/>
            <a:ext cx="1416177" cy="4351416"/>
          </a:xfrm>
          <a:prstGeom prst="bentConnector3">
            <a:avLst>
              <a:gd name="adj1" fmla="val 91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utoShape 50" descr="Josefina&#10;">
            <a:extLst>
              <a:ext uri="{FF2B5EF4-FFF2-40B4-BE49-F238E27FC236}">
                <a16:creationId xmlns:a16="http://schemas.microsoft.com/office/drawing/2014/main" id="{166FDFE3-EAEE-9D69-8370-BDE4C5BAA37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132" y="2470004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 defTabSz="914354" rtl="0" eaLnBrk="1" latinLnBrk="0" hangingPunct="1">
              <a:spcBef>
                <a:spcPct val="0"/>
              </a:spcBef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ALMACEN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BADILLO ELVIS </a:t>
            </a:r>
          </a:p>
        </p:txBody>
      </p: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FCFC1A16-972C-7C09-6CCC-12D80027549E}"/>
              </a:ext>
            </a:extLst>
          </p:cNvPr>
          <p:cNvCxnSpPr>
            <a:stCxn id="28" idx="1"/>
            <a:endCxn id="30" idx="0"/>
          </p:cNvCxnSpPr>
          <p:nvPr/>
        </p:nvCxnSpPr>
        <p:spPr>
          <a:xfrm rot="10800000" flipH="1">
            <a:off x="767407" y="3662049"/>
            <a:ext cx="6965157" cy="208517"/>
          </a:xfrm>
          <a:prstGeom prst="bentConnector4">
            <a:avLst>
              <a:gd name="adj1" fmla="val -3282"/>
              <a:gd name="adj2" fmla="val 213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utoShape 4">
            <a:extLst>
              <a:ext uri="{FF2B5EF4-FFF2-40B4-BE49-F238E27FC236}">
                <a16:creationId xmlns:a16="http://schemas.microsoft.com/office/drawing/2014/main" id="{1D42DEE1-DE5B-7678-2FC8-4441B4233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8968" y="440413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CHOFER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CANTILLO LUIS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4" name="AutoShape 4">
            <a:extLst>
              <a:ext uri="{FF2B5EF4-FFF2-40B4-BE49-F238E27FC236}">
                <a16:creationId xmlns:a16="http://schemas.microsoft.com/office/drawing/2014/main" id="{B81FBF7A-E445-9CC2-472E-F52E7F2FC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6480" y="501404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CHOFER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RIVAS LUIS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5" name="AutoShape 4">
            <a:extLst>
              <a:ext uri="{FF2B5EF4-FFF2-40B4-BE49-F238E27FC236}">
                <a16:creationId xmlns:a16="http://schemas.microsoft.com/office/drawing/2014/main" id="{D41673F0-F0FB-F2DD-A1A7-977505252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790" y="436597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LIDER DE DESPACHO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GARCIA FABIANA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6" name="AutoShape 4">
            <a:extLst>
              <a:ext uri="{FF2B5EF4-FFF2-40B4-BE49-F238E27FC236}">
                <a16:creationId xmlns:a16="http://schemas.microsoft.com/office/drawing/2014/main" id="{0AFE25D3-235C-2582-6631-7CCFC2879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9271" y="439504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SALAZAR WILLIAM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71F5FB9C-D3FF-6677-ECF3-9BB10F79829D}"/>
              </a:ext>
            </a:extLst>
          </p:cNvPr>
          <p:cNvCxnSpPr>
            <a:cxnSpLocks/>
            <a:stCxn id="30" idx="2"/>
            <a:endCxn id="46" idx="3"/>
          </p:cNvCxnSpPr>
          <p:nvPr/>
        </p:nvCxnSpPr>
        <p:spPr>
          <a:xfrm rot="16200000" flipH="1">
            <a:off x="9571733" y="2254055"/>
            <a:ext cx="517411" cy="4195746"/>
          </a:xfrm>
          <a:prstGeom prst="bentConnector4">
            <a:avLst>
              <a:gd name="adj1" fmla="val 26055"/>
              <a:gd name="adj2" fmla="val 10544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79">
            <a:extLst>
              <a:ext uri="{FF2B5EF4-FFF2-40B4-BE49-F238E27FC236}">
                <a16:creationId xmlns:a16="http://schemas.microsoft.com/office/drawing/2014/main" id="{5B9ECD1A-9F28-7691-5F2E-C3D0FB8F9A34}"/>
              </a:ext>
            </a:extLst>
          </p:cNvPr>
          <p:cNvCxnSpPr>
            <a:stCxn id="15" idx="2"/>
            <a:endCxn id="63" idx="1"/>
          </p:cNvCxnSpPr>
          <p:nvPr/>
        </p:nvCxnSpPr>
        <p:spPr>
          <a:xfrm rot="5400000">
            <a:off x="2776479" y="3034097"/>
            <a:ext cx="3409174" cy="3352508"/>
          </a:xfrm>
          <a:prstGeom prst="bentConnector4">
            <a:avLst>
              <a:gd name="adj1" fmla="val 12360"/>
              <a:gd name="adj2" fmla="val 10681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: angular 83">
            <a:extLst>
              <a:ext uri="{FF2B5EF4-FFF2-40B4-BE49-F238E27FC236}">
                <a16:creationId xmlns:a16="http://schemas.microsoft.com/office/drawing/2014/main" id="{4D588218-585C-6861-B9BF-AF001EA9918B}"/>
              </a:ext>
            </a:extLst>
          </p:cNvPr>
          <p:cNvCxnSpPr>
            <a:stCxn id="15" idx="2"/>
            <a:endCxn id="2" idx="0"/>
          </p:cNvCxnSpPr>
          <p:nvPr/>
        </p:nvCxnSpPr>
        <p:spPr>
          <a:xfrm rot="5400000">
            <a:off x="4553231" y="2057959"/>
            <a:ext cx="656284" cy="2551895"/>
          </a:xfrm>
          <a:prstGeom prst="bentConnector3">
            <a:avLst>
              <a:gd name="adj1" fmla="val 6410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angular 86">
            <a:extLst>
              <a:ext uri="{FF2B5EF4-FFF2-40B4-BE49-F238E27FC236}">
                <a16:creationId xmlns:a16="http://schemas.microsoft.com/office/drawing/2014/main" id="{440C381E-DF40-F36D-E8D5-DFCC98155FE5}"/>
              </a:ext>
            </a:extLst>
          </p:cNvPr>
          <p:cNvCxnSpPr>
            <a:stCxn id="2" idx="2"/>
            <a:endCxn id="56" idx="1"/>
          </p:cNvCxnSpPr>
          <p:nvPr/>
        </p:nvCxnSpPr>
        <p:spPr>
          <a:xfrm rot="5400000">
            <a:off x="2644338" y="4267676"/>
            <a:ext cx="1135541" cy="786635"/>
          </a:xfrm>
          <a:prstGeom prst="bentConnector4">
            <a:avLst>
              <a:gd name="adj1" fmla="val 10608"/>
              <a:gd name="adj2" fmla="val 1305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22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B3A1C-A0E5-DEF9-B2F8-5D5077145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2DA491C-6E6A-45A2-779C-2FB30F1A3BD0}"/>
              </a:ext>
            </a:extLst>
          </p:cNvPr>
          <p:cNvCxnSpPr>
            <a:stCxn id="4" idx="2"/>
            <a:endCxn id="2" idx="0"/>
          </p:cNvCxnSpPr>
          <p:nvPr/>
        </p:nvCxnSpPr>
        <p:spPr>
          <a:xfrm flipH="1">
            <a:off x="6201516" y="3140968"/>
            <a:ext cx="5392" cy="1238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5F7D433D-2478-6E81-D8E7-EE02B241D1EF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392861" y="1812225"/>
            <a:ext cx="396111" cy="172561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62064ED5-7814-6BA4-3F30-1B4F702B9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453720" y="2605208"/>
            <a:ext cx="1506376" cy="5357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solidFill>
                  <a:schemeClr val="tx1"/>
                </a:solidFill>
                <a:cs typeface="Arial" pitchFamily="34" charset="0"/>
              </a:rPr>
              <a:t>PLANIFICADOR FINANCIERO</a:t>
            </a:r>
            <a:br>
              <a:rPr lang="en-US" sz="800" b="1" dirty="0">
                <a:solidFill>
                  <a:schemeClr val="tx1"/>
                </a:solidFill>
                <a:cs typeface="Arial" pitchFamily="34" charset="0"/>
              </a:rPr>
            </a:br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GONZALEZ JAIME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107F2ADC-DF33-65CA-5701-A4D996BB8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16" y="1954904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D9CBE03E-8B05-528D-22AA-5BC238944E1C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7CF48AFE-6C43-3DE8-EE6F-C9F6106362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B8E0BC2E-6E9D-B3B3-B058-0802E91DA4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CF55ADEE-66DA-F281-249D-BD68296535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28" name="AutoShape 4">
            <a:extLst>
              <a:ext uri="{FF2B5EF4-FFF2-40B4-BE49-F238E27FC236}">
                <a16:creationId xmlns:a16="http://schemas.microsoft.com/office/drawing/2014/main" id="{700615CE-BA29-4A1E-76BC-86E69F20E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388" y="342900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 (A) DE TESORERIA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CARMONA ALI 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2" name="AutoShape 4">
            <a:extLst>
              <a:ext uri="{FF2B5EF4-FFF2-40B4-BE49-F238E27FC236}">
                <a16:creationId xmlns:a16="http://schemas.microsoft.com/office/drawing/2014/main" id="{56CBA077-9710-EA56-6E1E-59BBD6BE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296" y="436510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DE TESORERIA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CARABALLO MARVIS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3AE75A74-F2B4-B6EB-2C9A-09A3D5B4A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1996" y="437918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DE TESORERIA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CARABALLO SAIDEZ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2F791BE-04F6-2AFE-931C-AC756C7AD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152" y="436510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DE TESORERIA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MEJIAS VERONICA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67B224AA-7250-6255-FD87-240B4B550565}"/>
              </a:ext>
            </a:extLst>
          </p:cNvPr>
          <p:cNvCxnSpPr>
            <a:stCxn id="72" idx="0"/>
            <a:endCxn id="3" idx="0"/>
          </p:cNvCxnSpPr>
          <p:nvPr/>
        </p:nvCxnSpPr>
        <p:spPr>
          <a:xfrm rot="5400000" flipH="1" flipV="1">
            <a:off x="6259244" y="2390676"/>
            <a:ext cx="1" cy="3948856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179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8238C-BBF9-774E-5149-C01BF662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1DF7BD52-0767-8A3E-1ED6-888D5A96C893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218229" y="1668209"/>
            <a:ext cx="396111" cy="172561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99525E2E-0080-2F18-F328-36995C80AD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279089" y="2461192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</a:t>
            </a:r>
          </a:p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PROYECTOS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GONZALEZ ARANI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99A89833-0637-6A97-8A74-7946F793D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285" y="1810888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5262FD77-DA05-B964-8616-5F5FF9DF7D0B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BA8FF9C1-C5EA-05EB-FF5F-95636E352E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7EAD300E-9E27-E8EE-0421-FAD630175A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BA72154-DF4C-5508-CB3A-93FD4CC372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70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00D53-0827-9825-799D-EEAC1A1C9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03DC13DC-D654-6215-B732-11D473114A84}"/>
              </a:ext>
            </a:extLst>
          </p:cNvPr>
          <p:cNvCxnSpPr>
            <a:stCxn id="4" idx="2"/>
            <a:endCxn id="28" idx="0"/>
          </p:cNvCxnSpPr>
          <p:nvPr/>
        </p:nvCxnSpPr>
        <p:spPr>
          <a:xfrm rot="5400000">
            <a:off x="4625299" y="2438201"/>
            <a:ext cx="1291249" cy="1522708"/>
          </a:xfrm>
          <a:prstGeom prst="bentConnector3">
            <a:avLst>
              <a:gd name="adj1" fmla="val 822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2AD4E383-B306-034F-4640-ED5D998BAAC5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218229" y="1225188"/>
            <a:ext cx="396111" cy="172561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6">
            <a:extLst>
              <a:ext uri="{FF2B5EF4-FFF2-40B4-BE49-F238E27FC236}">
                <a16:creationId xmlns:a16="http://schemas.microsoft.com/office/drawing/2014/main" id="{831E79AC-EA0B-C807-E375-FCE6EAD8F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258" y="2924944"/>
            <a:ext cx="1555887" cy="413957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 DE RRHH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CIZMANIA MAYARI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D28AA1A1-EF92-EAA3-3787-5ACEBBAD43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279089" y="2018171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</a:t>
            </a:r>
          </a:p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RECURSOS HUMANOS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MANZO EVELIA 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8AACC995-5336-ACD7-B078-8BA6CDCD0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28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71685AEC-E27F-E6D7-7153-8513090ACBAE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401DB387-6E09-2E5F-D675-C3C2949ADB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5DC22579-A8BA-AAB2-8A40-963F939AD7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B80745B8-CAEF-C6E8-8B30-C57183D4FD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28" name="AutoShape 4">
            <a:extLst>
              <a:ext uri="{FF2B5EF4-FFF2-40B4-BE49-F238E27FC236}">
                <a16:creationId xmlns:a16="http://schemas.microsoft.com/office/drawing/2014/main" id="{703B7904-D5D8-E9C1-EF3E-7B257B0A8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049" y="384518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ANALISTA DE NOMINA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DELANYS QUERECUTO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1AB6EFD-EE6A-7E2B-AA41-83A2FFA2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5465" y="384517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ANALISTA DE RRHH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MONTAÑEZ HELIANY 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4559FAD2-AB2E-43BE-B94A-008C8C9C12D5}"/>
              </a:ext>
            </a:extLst>
          </p:cNvPr>
          <p:cNvCxnSpPr>
            <a:stCxn id="28" idx="0"/>
            <a:endCxn id="3" idx="0"/>
          </p:cNvCxnSpPr>
          <p:nvPr/>
        </p:nvCxnSpPr>
        <p:spPr>
          <a:xfrm rot="5400000" flipH="1" flipV="1">
            <a:off x="6032277" y="2322472"/>
            <a:ext cx="1" cy="3045416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444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7C80-9C84-3EE8-6D91-75EDBEE76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02B31BCE-0D1E-1839-FBDA-4CD0433E3C0E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3373055" y="2653981"/>
            <a:ext cx="2669410" cy="2554664"/>
          </a:xfrm>
          <a:prstGeom prst="bentConnector4">
            <a:avLst>
              <a:gd name="adj1" fmla="val 30303"/>
              <a:gd name="adj2" fmla="val 10894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4DC07F4D-23D2-3AC5-75D7-75713F14FECC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173299" y="1270124"/>
            <a:ext cx="438787" cy="16784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6">
            <a:extLst>
              <a:ext uri="{FF2B5EF4-FFF2-40B4-BE49-F238E27FC236}">
                <a16:creationId xmlns:a16="http://schemas.microsoft.com/office/drawing/2014/main" id="{EFF31FD8-5031-8F64-34F8-8CD67D869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04" y="2767522"/>
            <a:ext cx="1506376" cy="413957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SUB GERENTE SERVICIO TECNICO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VARGAS GILBERT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879B933D-2275-7C52-0B46-CD613ECC35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231904" y="2060848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</a:t>
            </a:r>
          </a:p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SERVICIO TÉCNICO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GONZALEZ JUSETH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5FB06183-4820-1A1C-F5EB-A650D6028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28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F8BB6772-FFF7-5DE5-1F6E-F7F18A222CBA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C8336633-3DAE-4741-93B5-9A88958A69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78F7481E-170C-FDF1-3729-6EEAED6748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CD78B0AB-9BB7-048E-ED92-C8409842DB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30" name="AutoShape 4">
            <a:extLst>
              <a:ext uri="{FF2B5EF4-FFF2-40B4-BE49-F238E27FC236}">
                <a16:creationId xmlns:a16="http://schemas.microsoft.com/office/drawing/2014/main" id="{A37466C7-1767-DDC4-CB90-08FF0DE74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216" y="367978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TÉCNICO RELOJERO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GALLARDO WUAHIDE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1CA6CB8-8C83-1989-FC22-B07DB928D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216" y="436510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TÉCNICO ELECTRONICO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SUAREZ JOSE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C461047-06AA-0C5E-8656-F622E88BD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4583" y="505043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ADMINISTRATIVO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RODRIGUEZ PATRICIA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994DF47-825C-00BF-9700-DD9A1C849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738" y="436510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SOPORTE WEB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HERNANDEZ GUSTAVO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D2CADEFD-ABD1-14E6-2732-303ED9B3C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738" y="367653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SOPORTE WEB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MEDINA JAILIS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675F7093-9553-BCEC-7F6E-01C8B149DB05}"/>
              </a:ext>
            </a:extLst>
          </p:cNvPr>
          <p:cNvCxnSpPr>
            <a:stCxn id="19" idx="2"/>
            <a:endCxn id="5" idx="3"/>
          </p:cNvCxnSpPr>
          <p:nvPr/>
        </p:nvCxnSpPr>
        <p:spPr>
          <a:xfrm rot="16200000" flipH="1">
            <a:off x="6142087" y="3024483"/>
            <a:ext cx="2084540" cy="2398531"/>
          </a:xfrm>
          <a:prstGeom prst="bentConnector4">
            <a:avLst>
              <a:gd name="adj1" fmla="val 10787"/>
              <a:gd name="adj2" fmla="val 1095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B80EAFE8-9102-AC7A-1E4C-9FDEE0D0A174}"/>
              </a:ext>
            </a:extLst>
          </p:cNvPr>
          <p:cNvCxnSpPr>
            <a:stCxn id="8" idx="1"/>
            <a:endCxn id="7" idx="1"/>
          </p:cNvCxnSpPr>
          <p:nvPr/>
        </p:nvCxnSpPr>
        <p:spPr>
          <a:xfrm rot="10800000" flipV="1">
            <a:off x="3428738" y="3892119"/>
            <a:ext cx="12700" cy="688576"/>
          </a:xfrm>
          <a:prstGeom prst="bentConnector3">
            <a:avLst>
              <a:gd name="adj1" fmla="val 187372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99157449-50D3-C5DD-5AD4-AE4F3429611F}"/>
              </a:ext>
            </a:extLst>
          </p:cNvPr>
          <p:cNvCxnSpPr>
            <a:stCxn id="30" idx="3"/>
            <a:endCxn id="3" idx="3"/>
          </p:cNvCxnSpPr>
          <p:nvPr/>
        </p:nvCxnSpPr>
        <p:spPr>
          <a:xfrm>
            <a:off x="8400256" y="3895373"/>
            <a:ext cx="12700" cy="685323"/>
          </a:xfrm>
          <a:prstGeom prst="bentConnector3">
            <a:avLst>
              <a:gd name="adj1" fmla="val 166789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4">
            <a:extLst>
              <a:ext uri="{FF2B5EF4-FFF2-40B4-BE49-F238E27FC236}">
                <a16:creationId xmlns:a16="http://schemas.microsoft.com/office/drawing/2014/main" id="{222B00BC-5795-D48F-D95E-EA711129B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737" y="505895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SOPORTE WEB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LUCENA JOHAN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EBD14A84-E6FB-C268-CE30-8F7D4C886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916" y="573575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ADMINISTRATIVO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COLINA EBELIA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B379D5D3-C8A8-B3CA-DC75-F785AEA0AF71}"/>
              </a:ext>
            </a:extLst>
          </p:cNvPr>
          <p:cNvCxnSpPr>
            <a:stCxn id="5" idx="3"/>
            <a:endCxn id="13" idx="3"/>
          </p:cNvCxnSpPr>
          <p:nvPr/>
        </p:nvCxnSpPr>
        <p:spPr>
          <a:xfrm>
            <a:off x="8383623" y="5266019"/>
            <a:ext cx="29333" cy="685323"/>
          </a:xfrm>
          <a:prstGeom prst="bentConnector3">
            <a:avLst>
              <a:gd name="adj1" fmla="val 7784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4">
            <a:extLst>
              <a:ext uri="{FF2B5EF4-FFF2-40B4-BE49-F238E27FC236}">
                <a16:creationId xmlns:a16="http://schemas.microsoft.com/office/drawing/2014/main" id="{72FBF791-E81E-A719-0805-DD21F6161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737" y="571078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TÉCNICO RELOJERO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GARCIA SAUL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4BDE6FCF-6E45-F35B-D550-D322969D8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737" y="636261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RELOJERO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MARQUEZ EDDY</a:t>
            </a:r>
          </a:p>
        </p:txBody>
      </p: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371EBF4E-3444-BD1A-7166-19A2CB5C08B8}"/>
              </a:ext>
            </a:extLst>
          </p:cNvPr>
          <p:cNvCxnSpPr>
            <a:cxnSpLocks/>
            <a:stCxn id="7" idx="1"/>
            <a:endCxn id="2" idx="1"/>
          </p:cNvCxnSpPr>
          <p:nvPr/>
        </p:nvCxnSpPr>
        <p:spPr>
          <a:xfrm rot="10800000" flipV="1">
            <a:off x="3428738" y="4580694"/>
            <a:ext cx="1" cy="1997511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1BBF4866-62F1-A4E7-ABFB-7A854552C52D}"/>
              </a:ext>
            </a:extLst>
          </p:cNvPr>
          <p:cNvCxnSpPr>
            <a:stCxn id="20" idx="1"/>
            <a:endCxn id="2" idx="1"/>
          </p:cNvCxnSpPr>
          <p:nvPr/>
        </p:nvCxnSpPr>
        <p:spPr>
          <a:xfrm rot="10800000" flipV="1">
            <a:off x="3428737" y="5926376"/>
            <a:ext cx="12700" cy="651830"/>
          </a:xfrm>
          <a:prstGeom prst="bentConnector3">
            <a:avLst>
              <a:gd name="adj1" fmla="val 188285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84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E06B-EC29-48A7-F86D-84AE7235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348AB631-982B-7860-A30B-05A86E7BE019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173299" y="1270124"/>
            <a:ext cx="438787" cy="16784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9248FD54-F0DE-EE64-C90F-6BA8E24223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231904" y="2060848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dash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</a:t>
            </a:r>
          </a:p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SISTEMAS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MARIELA CASTRO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85B4FC0D-5364-450D-926D-34E5E0077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28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37110FD2-C986-5F4F-3F3C-0B4A0E99AB9D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06C74DB-BECA-EED0-C352-F4780CAF71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1835D5F1-A15B-118E-FCC5-988F8B37C4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5B320C1E-FCF2-3E26-824F-32C16340A5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30" name="AutoShape 4">
            <a:extLst>
              <a:ext uri="{FF2B5EF4-FFF2-40B4-BE49-F238E27FC236}">
                <a16:creationId xmlns:a16="http://schemas.microsoft.com/office/drawing/2014/main" id="{11E8F695-853E-23F4-199E-C757870C6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952" y="429309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TÉCNICO DE SISTEMAS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ZAPATA HECTOR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3EE1690A-2759-FD27-D269-2140BEDCD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712" y="429309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AUXILIAR TÉCNICO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YEPEZ MIGUEL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D781828B-B461-BC5D-D5BB-B66081837C76}"/>
              </a:ext>
            </a:extLst>
          </p:cNvPr>
          <p:cNvCxnSpPr>
            <a:cxnSpLocks/>
            <a:stCxn id="2" idx="0"/>
            <a:endCxn id="30" idx="0"/>
          </p:cNvCxnSpPr>
          <p:nvPr/>
        </p:nvCxnSpPr>
        <p:spPr>
          <a:xfrm rot="5400000" flipH="1" flipV="1">
            <a:off x="5962852" y="2603477"/>
            <a:ext cx="1" cy="3379240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3BEB8CD6-97D6-B6CB-62E7-78BAFB55CB11}"/>
              </a:ext>
            </a:extLst>
          </p:cNvPr>
          <p:cNvCxnSpPr>
            <a:stCxn id="4" idx="2"/>
            <a:endCxn id="2" idx="0"/>
          </p:cNvCxnSpPr>
          <p:nvPr/>
        </p:nvCxnSpPr>
        <p:spPr>
          <a:xfrm rot="5400000">
            <a:off x="4280918" y="2588922"/>
            <a:ext cx="1696489" cy="1711860"/>
          </a:xfrm>
          <a:prstGeom prst="bentConnector3">
            <a:avLst>
              <a:gd name="adj1" fmla="val 862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4">
            <a:extLst>
              <a:ext uri="{FF2B5EF4-FFF2-40B4-BE49-F238E27FC236}">
                <a16:creationId xmlns:a16="http://schemas.microsoft.com/office/drawing/2014/main" id="{C6BF1172-DDC3-9F5F-B440-3B97DFB3D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240" y="322926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 DE SISTEMAS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HERRERA JOSE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71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F0781-9882-CE98-A56D-DDC5D305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F1AA2A62-C5A9-04E9-817A-991E5FC038A2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173299" y="1270124"/>
            <a:ext cx="438787" cy="16784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0B6A9CD4-0FFA-E18B-F1FD-0AF5FC1CBB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231904" y="2060848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MAYOR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MARQUEZ ANDRES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24434FD6-9BDC-67D9-241A-A9C4EBF1D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28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E8910C9E-DBE3-3186-5EFF-7E135C7397C8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96497F87-BF42-9DF0-D3E7-7D7AED658C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3DCBCB31-031B-30C3-9A2C-926F2FD80A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C27A1BE8-536F-2AF0-E158-08C4A10886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30" name="AutoShape 4">
            <a:extLst>
              <a:ext uri="{FF2B5EF4-FFF2-40B4-BE49-F238E27FC236}">
                <a16:creationId xmlns:a16="http://schemas.microsoft.com/office/drawing/2014/main" id="{67BB203B-40A3-D92F-F28F-665883105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280" y="320994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AL MAYOR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PAREDES WOLFGANG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CA8E1C91-3E5E-78A4-D30A-7436973D2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280" y="465616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AL MAYOR </a:t>
            </a:r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GONZALEZ JOSE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3B164750-1E3A-9E6B-04E8-E42E9B37A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864" y="320994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COORD. DE VENTAS AL MAYOR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LUCENA HENRY 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EDC881B-CE29-A177-96A1-07D7D9264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280" y="393305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AL MAYOR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ROJAS TATIANA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02CCF45-EBDF-56C9-F0F0-45122BE42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681" y="393305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AL MAYOR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TRIANA REINALDO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C97EFF39-710B-6719-B34C-6C3532FFA01F}"/>
              </a:ext>
            </a:extLst>
          </p:cNvPr>
          <p:cNvCxnSpPr>
            <a:stCxn id="4" idx="2"/>
            <a:endCxn id="7" idx="1"/>
          </p:cNvCxnSpPr>
          <p:nvPr/>
        </p:nvCxnSpPr>
        <p:spPr>
          <a:xfrm rot="5400000">
            <a:off x="4063869" y="2227421"/>
            <a:ext cx="1552036" cy="2290411"/>
          </a:xfrm>
          <a:prstGeom prst="bentConnector4">
            <a:avLst>
              <a:gd name="adj1" fmla="val 21752"/>
              <a:gd name="adj2" fmla="val 10998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FDC399F5-4775-BA48-355C-DCB44058029D}"/>
              </a:ext>
            </a:extLst>
          </p:cNvPr>
          <p:cNvCxnSpPr>
            <a:stCxn id="4" idx="2"/>
            <a:endCxn id="2" idx="3"/>
          </p:cNvCxnSpPr>
          <p:nvPr/>
        </p:nvCxnSpPr>
        <p:spPr>
          <a:xfrm rot="16200000" flipH="1">
            <a:off x="5993634" y="2588066"/>
            <a:ext cx="2275144" cy="2292228"/>
          </a:xfrm>
          <a:prstGeom prst="bentConnector4">
            <a:avLst>
              <a:gd name="adj1" fmla="val 14775"/>
              <a:gd name="adj2" fmla="val 1099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486D93AB-F077-C342-C9ED-8A0DDEA13E4E}"/>
              </a:ext>
            </a:extLst>
          </p:cNvPr>
          <p:cNvCxnSpPr>
            <a:stCxn id="30" idx="3"/>
            <a:endCxn id="3" idx="3"/>
          </p:cNvCxnSpPr>
          <p:nvPr/>
        </p:nvCxnSpPr>
        <p:spPr>
          <a:xfrm>
            <a:off x="8277320" y="3425534"/>
            <a:ext cx="12700" cy="723109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5A44BD2D-CD84-0100-6321-382C8524F7F3}"/>
              </a:ext>
            </a:extLst>
          </p:cNvPr>
          <p:cNvCxnSpPr>
            <a:stCxn id="5" idx="1"/>
            <a:endCxn id="7" idx="1"/>
          </p:cNvCxnSpPr>
          <p:nvPr/>
        </p:nvCxnSpPr>
        <p:spPr>
          <a:xfrm rot="10800000" flipH="1" flipV="1">
            <a:off x="3692863" y="3425534"/>
            <a:ext cx="1817" cy="723109"/>
          </a:xfrm>
          <a:prstGeom prst="bentConnector3">
            <a:avLst>
              <a:gd name="adj1" fmla="val -125811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4">
            <a:extLst>
              <a:ext uri="{FF2B5EF4-FFF2-40B4-BE49-F238E27FC236}">
                <a16:creationId xmlns:a16="http://schemas.microsoft.com/office/drawing/2014/main" id="{BE5DC8F5-6E56-757C-4FD2-D642D3624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864" y="459868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AL MAYOR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ARISMENDI JEFFERSON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3C6C3FFC-BE00-DEB0-C7BE-79A144810247}"/>
              </a:ext>
            </a:extLst>
          </p:cNvPr>
          <p:cNvCxnSpPr>
            <a:stCxn id="7" idx="1"/>
            <a:endCxn id="8" idx="1"/>
          </p:cNvCxnSpPr>
          <p:nvPr/>
        </p:nvCxnSpPr>
        <p:spPr>
          <a:xfrm rot="10800000" flipV="1">
            <a:off x="3692865" y="4148644"/>
            <a:ext cx="1817" cy="665628"/>
          </a:xfrm>
          <a:prstGeom prst="bentConnector3">
            <a:avLst>
              <a:gd name="adj1" fmla="val 126811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922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A7CF0-9300-8CDC-CA0F-50F6410FA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A4B6C487-4E28-CDF0-7E45-794EDDADA0FF}"/>
              </a:ext>
            </a:extLst>
          </p:cNvPr>
          <p:cNvCxnSpPr>
            <a:cxnSpLocks/>
            <a:stCxn id="4" idx="2"/>
            <a:endCxn id="22" idx="3"/>
          </p:cNvCxnSpPr>
          <p:nvPr/>
        </p:nvCxnSpPr>
        <p:spPr>
          <a:xfrm rot="16200000" flipH="1">
            <a:off x="5727584" y="2782108"/>
            <a:ext cx="2810020" cy="2439020"/>
          </a:xfrm>
          <a:prstGeom prst="bentConnector4">
            <a:avLst>
              <a:gd name="adj1" fmla="val 11963"/>
              <a:gd name="adj2" fmla="val 1093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4F238846-7BCD-13A1-43EA-0662315A2927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137295" y="1306128"/>
            <a:ext cx="438787" cy="160642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7F6D001B-3AF4-E70D-7073-BFD06CC74B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159896" y="2060848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</a:t>
            </a:r>
          </a:p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VENTAS WEB</a:t>
            </a:r>
            <a:br>
              <a:rPr lang="en-US" sz="6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FLORES JESMIR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84E2D41D-B911-4F23-1815-A5FBACD09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28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EC1F4990-BE0B-9DF7-D47F-F735178A626C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8442ECB-46DA-CD4D-C240-FC1CD71128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1B6F4C46-D039-755C-08DB-D8A75C690D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9B3A08A-5C46-9704-3846-2E26122960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EBE4AF60-238C-79FE-A158-3D4D50040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080" y="321341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SUPERVISOR DE OPERACIONES Y LOGISTICA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CASTILLO RICARDO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F8C89836-3446-EF58-1846-66DEDF033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214" y="519435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ANALISTA DE FACTURACION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GIL ALEXANDRA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7FB09D6-6FCF-7BA6-21D8-F55AB6C26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915" y="392790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DE OPERACIONES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GUEVARA LEONARDO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6E710291-D71F-EF8C-D1E1-80577A983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074" y="520095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WEB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LOPEZ ELILLIS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0A779D7F-FA85-5362-5F52-8359AA98B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074" y="386836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WEB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MARTINEZ JEYKER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7BB9D74A-9936-CAEB-0B94-B852E2C82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074" y="321341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WEB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VALLINOTE ANLLELYS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512806F3-3E89-3C31-3891-36EF3129F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748" y="456992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MURECHE GUSTAVO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17CA173C-4E24-6A88-E8A6-0B5631483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074" y="453687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WEB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SOLER LUIS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2" name="AutoShape 4">
            <a:extLst>
              <a:ext uri="{FF2B5EF4-FFF2-40B4-BE49-F238E27FC236}">
                <a16:creationId xmlns:a16="http://schemas.microsoft.com/office/drawing/2014/main" id="{8090A83E-C997-DB81-BC8F-BAF0F091A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064" y="519104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AYUDANTE DE ALMACEN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LOPEZ  YEFERSON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339693D6-74EA-3425-EBE7-9E2B818962F2}"/>
              </a:ext>
            </a:extLst>
          </p:cNvPr>
          <p:cNvCxnSpPr>
            <a:stCxn id="18" idx="3"/>
            <a:endCxn id="22" idx="3"/>
          </p:cNvCxnSpPr>
          <p:nvPr/>
        </p:nvCxnSpPr>
        <p:spPr>
          <a:xfrm>
            <a:off x="8338788" y="4785512"/>
            <a:ext cx="13316" cy="621116"/>
          </a:xfrm>
          <a:prstGeom prst="bentConnector3">
            <a:avLst>
              <a:gd name="adj1" fmla="val 181673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938DFF9-43B3-D039-4E8A-1F9E2674D26F}"/>
              </a:ext>
            </a:extLst>
          </p:cNvPr>
          <p:cNvCxnSpPr>
            <a:stCxn id="7" idx="3"/>
            <a:endCxn id="18" idx="3"/>
          </p:cNvCxnSpPr>
          <p:nvPr/>
        </p:nvCxnSpPr>
        <p:spPr>
          <a:xfrm flipH="1">
            <a:off x="8338788" y="4143492"/>
            <a:ext cx="8167" cy="642020"/>
          </a:xfrm>
          <a:prstGeom prst="bentConnector3">
            <a:avLst>
              <a:gd name="adj1" fmla="val -286253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utoShape 4">
            <a:extLst>
              <a:ext uri="{FF2B5EF4-FFF2-40B4-BE49-F238E27FC236}">
                <a16:creationId xmlns:a16="http://schemas.microsoft.com/office/drawing/2014/main" id="{093E7857-9446-F028-C624-3444D92FF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913" y="452112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WEB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GONZALEZ KEIVER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89B602F3-6EA4-69FD-B54C-66CF17C4B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214" y="321341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WEB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TOVAR BARBARA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" name="AutoShape 4">
            <a:extLst>
              <a:ext uri="{FF2B5EF4-FFF2-40B4-BE49-F238E27FC236}">
                <a16:creationId xmlns:a16="http://schemas.microsoft.com/office/drawing/2014/main" id="{44CED45B-54D1-F471-848A-01B59319B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137" y="388961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 WEB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TOVAR BARBARA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F407D6D7-B284-4915-6BD2-6A197D3CC23E}"/>
              </a:ext>
            </a:extLst>
          </p:cNvPr>
          <p:cNvCxnSpPr>
            <a:stCxn id="2" idx="3"/>
            <a:endCxn id="13" idx="1"/>
          </p:cNvCxnSpPr>
          <p:nvPr/>
        </p:nvCxnSpPr>
        <p:spPr>
          <a:xfrm flipH="1">
            <a:off x="2861074" y="3429000"/>
            <a:ext cx="5494046" cy="654948"/>
          </a:xfrm>
          <a:prstGeom prst="bentConnector5">
            <a:avLst>
              <a:gd name="adj1" fmla="val -4080"/>
              <a:gd name="adj2" fmla="val -75844"/>
              <a:gd name="adj3" fmla="val 10416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0A4074B4-F58B-05F0-2372-E19EE182530B}"/>
              </a:ext>
            </a:extLst>
          </p:cNvPr>
          <p:cNvCxnSpPr>
            <a:stCxn id="19" idx="1"/>
            <a:endCxn id="9" idx="1"/>
          </p:cNvCxnSpPr>
          <p:nvPr/>
        </p:nvCxnSpPr>
        <p:spPr>
          <a:xfrm rot="10800000" flipV="1">
            <a:off x="2861074" y="4752461"/>
            <a:ext cx="12700" cy="664080"/>
          </a:xfrm>
          <a:prstGeom prst="bentConnector3">
            <a:avLst>
              <a:gd name="adj1" fmla="val 18833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r 58">
            <a:extLst>
              <a:ext uri="{FF2B5EF4-FFF2-40B4-BE49-F238E27FC236}">
                <a16:creationId xmlns:a16="http://schemas.microsoft.com/office/drawing/2014/main" id="{8EB6673F-4B23-39BB-522F-24C91571FBD1}"/>
              </a:ext>
            </a:extLst>
          </p:cNvPr>
          <p:cNvCxnSpPr>
            <a:stCxn id="16" idx="1"/>
            <a:endCxn id="3" idx="1"/>
          </p:cNvCxnSpPr>
          <p:nvPr/>
        </p:nvCxnSpPr>
        <p:spPr>
          <a:xfrm rot="10800000" flipV="1">
            <a:off x="4712214" y="3429000"/>
            <a:ext cx="12700" cy="1980940"/>
          </a:xfrm>
          <a:prstGeom prst="bentConnector3">
            <a:avLst>
              <a:gd name="adj1" fmla="val 189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171097D6-B8F5-6E23-66B0-1AE570F56CA9}"/>
              </a:ext>
            </a:extLst>
          </p:cNvPr>
          <p:cNvCxnSpPr>
            <a:cxnSpLocks/>
            <a:stCxn id="20" idx="1"/>
          </p:cNvCxnSpPr>
          <p:nvPr/>
        </p:nvCxnSpPr>
        <p:spPr>
          <a:xfrm rot="10800000" flipV="1">
            <a:off x="4712215" y="4105202"/>
            <a:ext cx="2923" cy="628536"/>
          </a:xfrm>
          <a:prstGeom prst="bentConnector3">
            <a:avLst>
              <a:gd name="adj1" fmla="val 792073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1317AAC2-9229-125F-60A0-4491FBC4A12D}"/>
              </a:ext>
            </a:extLst>
          </p:cNvPr>
          <p:cNvCxnSpPr>
            <a:stCxn id="4" idx="2"/>
            <a:endCxn id="16" idx="1"/>
          </p:cNvCxnSpPr>
          <p:nvPr/>
        </p:nvCxnSpPr>
        <p:spPr>
          <a:xfrm rot="5400000">
            <a:off x="4896453" y="2412369"/>
            <a:ext cx="832392" cy="1200870"/>
          </a:xfrm>
          <a:prstGeom prst="bentConnector4">
            <a:avLst>
              <a:gd name="adj1" fmla="val 40607"/>
              <a:gd name="adj2" fmla="val 1188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79D236BB-EBFF-2E72-3F53-F79BD794F4EA}"/>
              </a:ext>
            </a:extLst>
          </p:cNvPr>
          <p:cNvCxnSpPr>
            <a:stCxn id="13" idx="1"/>
            <a:endCxn id="9" idx="1"/>
          </p:cNvCxnSpPr>
          <p:nvPr/>
        </p:nvCxnSpPr>
        <p:spPr>
          <a:xfrm rot="10800000" flipV="1">
            <a:off x="2861074" y="4083947"/>
            <a:ext cx="12700" cy="1332593"/>
          </a:xfrm>
          <a:prstGeom prst="bentConnector3">
            <a:avLst>
              <a:gd name="adj1" fmla="val 19090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317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9F981-798D-4088-5F07-8186E110F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2C013EF-BD2C-9C25-86CA-A62863DC7657}"/>
              </a:ext>
            </a:extLst>
          </p:cNvPr>
          <p:cNvCxnSpPr>
            <a:stCxn id="4" idx="2"/>
            <a:endCxn id="2" idx="2"/>
          </p:cNvCxnSpPr>
          <p:nvPr/>
        </p:nvCxnSpPr>
        <p:spPr>
          <a:xfrm>
            <a:off x="5985092" y="2596611"/>
            <a:ext cx="0" cy="1069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2C440EA1-BFDF-F341-11D5-27BF3EB6A015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151423" y="1248247"/>
            <a:ext cx="465883" cy="169508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71FD2B73-321B-D194-FF13-894916163B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231904" y="2060848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</a:t>
            </a:r>
          </a:p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VISUAL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PANAMA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D99A4DE4-A4FD-4DBA-B63D-49FF47CC2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1340772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96FCE1C9-6C2F-9140-3CD9-2EC4089A1641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C1B68FD-4E07-EE4F-A510-AE42A1AD06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4A5AC5F-4953-8CFE-2F24-94D3B117B6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DE56345C-74B8-5CF7-9909-79F3ADF291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30" name="AutoShape 4">
            <a:extLst>
              <a:ext uri="{FF2B5EF4-FFF2-40B4-BE49-F238E27FC236}">
                <a16:creationId xmlns:a16="http://schemas.microsoft.com/office/drawing/2014/main" id="{77814A8A-E198-4836-F689-75E41019E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415" y="407707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DE VISUAL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MOLINA VIVIANA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82298B05-5250-BEE2-1FC2-A2E042B5F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572" y="323497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COORDINADOR VISUAL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MEDINA JOSE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CFC13C54-9633-B54B-2738-158000D46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864" y="406437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ASISTENTE DE VISUAL 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CASTILLO ANGEL 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4FC6F3D3-FEAF-7DC1-0162-E05A531320C3}"/>
              </a:ext>
            </a:extLst>
          </p:cNvPr>
          <p:cNvCxnSpPr>
            <a:stCxn id="2" idx="2"/>
            <a:endCxn id="5" idx="0"/>
          </p:cNvCxnSpPr>
          <p:nvPr/>
        </p:nvCxnSpPr>
        <p:spPr>
          <a:xfrm rot="5400000">
            <a:off x="5024627" y="3103907"/>
            <a:ext cx="398227" cy="152270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8A1B84BC-D0F0-5BB9-953D-D287B36D84D2}"/>
              </a:ext>
            </a:extLst>
          </p:cNvPr>
          <p:cNvCxnSpPr>
            <a:stCxn id="2" idx="2"/>
            <a:endCxn id="30" idx="0"/>
          </p:cNvCxnSpPr>
          <p:nvPr/>
        </p:nvCxnSpPr>
        <p:spPr>
          <a:xfrm rot="16200000" flipH="1">
            <a:off x="6511053" y="3140191"/>
            <a:ext cx="410927" cy="1462843"/>
          </a:xfrm>
          <a:prstGeom prst="bentConnector3">
            <a:avLst>
              <a:gd name="adj1" fmla="val 4832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172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B3832-C406-259C-C7A1-2FF6689B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244D6021-7C6D-C62A-202E-4C30863A8664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539131" y="1270124"/>
            <a:ext cx="438787" cy="16784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97DA14D6-0D48-07C8-D070-291D5C0ED50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597736" y="2060848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 E.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F1886276-FEAE-4EE2-1DA2-41D805B94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117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11B7F900-BE5A-8B84-5C89-EB926640B0A9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685CDAD-612E-5942-DC4B-C765C545A8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09BEC0AE-87FB-165D-3A63-DFDF035E91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3A51283-9D77-5704-BD2A-D301CC81E3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30" name="AutoShape 4">
            <a:extLst>
              <a:ext uri="{FF2B5EF4-FFF2-40B4-BE49-F238E27FC236}">
                <a16:creationId xmlns:a16="http://schemas.microsoft.com/office/drawing/2014/main" id="{36CF5541-1DC7-12DC-E8FA-1A867A45F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4213" y="323497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SUPERVISOR DE INVENTARIO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CARABALLO ROSA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F1057C7C-62BD-806E-2258-1A855D98B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564" y="399846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SUPERVISOR CUBITT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MARQUEZ CARLOS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D692CEDE-E9EE-C16C-13AA-077E8394B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564" y="476194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SUPERVISOR CASIO</a:t>
            </a:r>
          </a:p>
          <a:p>
            <a:pPr algn="ctr"/>
            <a:r>
              <a:rPr lang="es-ES" sz="600" b="1" dirty="0">
                <a:solidFill>
                  <a:schemeClr val="tx1"/>
                </a:solidFill>
                <a:cs typeface="Arial" pitchFamily="34" charset="0"/>
              </a:rPr>
              <a:t>VELASQUEZ CARLOS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DBF67C91-7D30-4D1B-782C-D4EBF938E684}"/>
              </a:ext>
            </a:extLst>
          </p:cNvPr>
          <p:cNvCxnSpPr>
            <a:stCxn id="3" idx="3"/>
            <a:endCxn id="8" idx="3"/>
          </p:cNvCxnSpPr>
          <p:nvPr/>
        </p:nvCxnSpPr>
        <p:spPr>
          <a:xfrm>
            <a:off x="8819604" y="4214043"/>
            <a:ext cx="12700" cy="763484"/>
          </a:xfrm>
          <a:prstGeom prst="bentConnector3">
            <a:avLst>
              <a:gd name="adj1" fmla="val 1725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1C9E56C1-BF7E-5B6B-2865-108E56AE6AF8}"/>
              </a:ext>
            </a:extLst>
          </p:cNvPr>
          <p:cNvCxnSpPr>
            <a:stCxn id="30" idx="3"/>
            <a:endCxn id="3" idx="3"/>
          </p:cNvCxnSpPr>
          <p:nvPr/>
        </p:nvCxnSpPr>
        <p:spPr>
          <a:xfrm>
            <a:off x="8813257" y="3450559"/>
            <a:ext cx="6351" cy="763484"/>
          </a:xfrm>
          <a:prstGeom prst="bentConnector3">
            <a:avLst>
              <a:gd name="adj1" fmla="val 35753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utoShape 4">
            <a:extLst>
              <a:ext uri="{FF2B5EF4-FFF2-40B4-BE49-F238E27FC236}">
                <a16:creationId xmlns:a16="http://schemas.microsoft.com/office/drawing/2014/main" id="{6B47FB66-865A-215D-53F8-50971A061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1873" y="323497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Sucursales CASIO 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(7)</a:t>
            </a:r>
            <a:endParaRPr lang="es-VE" sz="8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39184200-85A5-54A5-222B-94181702E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1873" y="392562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Sucursales CUBITT Caracas 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(8)</a:t>
            </a:r>
            <a:endParaRPr lang="es-VE" sz="8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D4583C61-40AF-2FB6-BE80-B0338C7D0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1873" y="456819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Sucursales CUBITT Región 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(5)</a:t>
            </a:r>
            <a:endParaRPr lang="es-VE" sz="800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ED541D18-2B89-985E-E00F-3C2A2DECE474}"/>
              </a:ext>
            </a:extLst>
          </p:cNvPr>
          <p:cNvCxnSpPr>
            <a:stCxn id="30" idx="3"/>
            <a:endCxn id="28" idx="1"/>
          </p:cNvCxnSpPr>
          <p:nvPr/>
        </p:nvCxnSpPr>
        <p:spPr>
          <a:xfrm flipH="1" flipV="1">
            <a:off x="3461873" y="3450561"/>
            <a:ext cx="5351380" cy="3"/>
          </a:xfrm>
          <a:prstGeom prst="bentConnector5">
            <a:avLst>
              <a:gd name="adj1" fmla="val -4237"/>
              <a:gd name="adj2" fmla="val 14806366667"/>
              <a:gd name="adj3" fmla="val 1040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AC82EFA7-3EFC-29E7-56FA-A66B0D7077F7}"/>
              </a:ext>
            </a:extLst>
          </p:cNvPr>
          <p:cNvCxnSpPr>
            <a:stCxn id="29" idx="1"/>
            <a:endCxn id="2" idx="1"/>
          </p:cNvCxnSpPr>
          <p:nvPr/>
        </p:nvCxnSpPr>
        <p:spPr>
          <a:xfrm rot="10800000" flipV="1">
            <a:off x="3461873" y="4141209"/>
            <a:ext cx="12700" cy="642577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A02DE394-3457-2123-4277-3FEC12D0D509}"/>
              </a:ext>
            </a:extLst>
          </p:cNvPr>
          <p:cNvCxnSpPr>
            <a:stCxn id="28" idx="1"/>
            <a:endCxn id="29" idx="1"/>
          </p:cNvCxnSpPr>
          <p:nvPr/>
        </p:nvCxnSpPr>
        <p:spPr>
          <a:xfrm rot="10800000" flipV="1">
            <a:off x="3461873" y="3450560"/>
            <a:ext cx="12700" cy="690649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ABA13CA4-40C8-2E61-A186-C58E33D406F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350924" y="2596608"/>
            <a:ext cx="0" cy="400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889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4074E-A6CD-FB8D-26F1-7D173159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154D53FA-796C-ED35-9A41-E54D55B435C5}"/>
              </a:ext>
            </a:extLst>
          </p:cNvPr>
          <p:cNvCxnSpPr>
            <a:stCxn id="4" idx="2"/>
            <a:endCxn id="34" idx="3"/>
          </p:cNvCxnSpPr>
          <p:nvPr/>
        </p:nvCxnSpPr>
        <p:spPr>
          <a:xfrm rot="16200000" flipH="1">
            <a:off x="6834268" y="2041263"/>
            <a:ext cx="2905935" cy="4016627"/>
          </a:xfrm>
          <a:prstGeom prst="bentConnector4">
            <a:avLst>
              <a:gd name="adj1" fmla="val 14101"/>
              <a:gd name="adj2" fmla="val 10569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88315BC4-41A7-3E0D-DD4E-E54F7AA8F7FA}"/>
              </a:ext>
            </a:extLst>
          </p:cNvPr>
          <p:cNvCxnSpPr>
            <a:stCxn id="4" idx="2"/>
            <a:endCxn id="12" idx="1"/>
          </p:cNvCxnSpPr>
          <p:nvPr/>
        </p:nvCxnSpPr>
        <p:spPr>
          <a:xfrm rot="5400000">
            <a:off x="2649776" y="1866375"/>
            <a:ext cx="2898913" cy="4359380"/>
          </a:xfrm>
          <a:prstGeom prst="bentConnector4">
            <a:avLst>
              <a:gd name="adj1" fmla="val 14155"/>
              <a:gd name="adj2" fmla="val 10524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422D839A-5DA2-D092-6BD7-BFA2EA6C3AD0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467123" y="1270124"/>
            <a:ext cx="438787" cy="16784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C549B403-349F-E1A3-4464-247A399ED1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525728" y="2060848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AF4BBFE7-D9A5-1294-737A-F246AA524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109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55378442-4897-D993-12C1-4DBD73F9F2EA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CC016410-1B93-675F-1D7E-5B3A8E7E87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6DB47FFA-B586-7F38-55BE-BE13A2F486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CF4DCDF6-DF4A-F031-65C9-D3F5B8F249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28" name="AutoShape 4">
            <a:extLst>
              <a:ext uri="{FF2B5EF4-FFF2-40B4-BE49-F238E27FC236}">
                <a16:creationId xmlns:a16="http://schemas.microsoft.com/office/drawing/2014/main" id="{FB0E102C-6104-63A8-EEC4-E568A769E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577" y="2914474"/>
            <a:ext cx="1539040" cy="213913"/>
          </a:xfrm>
          <a:prstGeom prst="flowChartAlternateProcess">
            <a:avLst/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Sucursales CASIO 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(7)</a:t>
            </a:r>
            <a:endParaRPr lang="es-VE" sz="8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4D7540EA-A958-4959-9203-9DC2EF9D3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669" y="405216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CASIO CCCT</a:t>
            </a: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BA9D5E99-8DBE-C33A-C43C-60252E4B9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536" y="466520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CASIO FERIA</a:t>
            </a: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3DB4A6F9-D7CC-8A40-4CE0-010DF44E3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536" y="527993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CASIO LA CANDELARIA</a:t>
            </a: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7BAE415D-4CE9-C445-91F5-ECA8B5A89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0803" y="344609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CASIO EL RECREO</a:t>
            </a: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2D42F388-D259-9BF1-6818-F4E4C3745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755" y="343743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CASIO LIDER</a:t>
            </a: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9478479B-2520-FA9B-43F8-F644CA14A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720" y="408225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CASIO ROWER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131A8607-BF05-E2F5-9B07-B598C6E8E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216" y="2899084"/>
            <a:ext cx="1539040" cy="213913"/>
          </a:xfrm>
          <a:prstGeom prst="flowChartAlternateProcess">
            <a:avLst/>
          </a:prstGeom>
          <a:solidFill>
            <a:srgbClr val="5B7DB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Sucursales CUBITT </a:t>
            </a:r>
            <a:endParaRPr lang="en-US" sz="600" b="1" dirty="0">
              <a:solidFill>
                <a:schemeClr val="tx1"/>
              </a:solidFill>
              <a:cs typeface="Arial" pitchFamily="34" charset="0"/>
            </a:endParaRP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(14)</a:t>
            </a:r>
            <a:endParaRPr lang="es-VE" sz="8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33A4BBDD-A00D-A387-7AF6-D0E76BFC4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881" y="344315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BARQUISIMETO</a:t>
            </a:r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56461133-2A32-E7CE-2D25-8B302D913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5531" y="404710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BOLEITA</a:t>
            </a:r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A7C55885-ABAB-2F10-71E7-20A49B262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0296" y="467709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CCCT</a:t>
            </a:r>
          </a:p>
        </p:txBody>
      </p:sp>
      <p:sp>
        <p:nvSpPr>
          <p:cNvPr id="34" name="AutoShape 4">
            <a:extLst>
              <a:ext uri="{FF2B5EF4-FFF2-40B4-BE49-F238E27FC236}">
                <a16:creationId xmlns:a16="http://schemas.microsoft.com/office/drawing/2014/main" id="{5238D701-68C3-6149-E6E0-3BC1BFF5B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503" y="528696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FERIA</a:t>
            </a:r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AAF7C08F-C796-3F0A-01CF-225B547CC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237" y="404334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LA CANDELARIA 2</a:t>
            </a:r>
          </a:p>
        </p:txBody>
      </p:sp>
      <p:sp>
        <p:nvSpPr>
          <p:cNvPr id="37" name="AutoShape 4">
            <a:extLst>
              <a:ext uri="{FF2B5EF4-FFF2-40B4-BE49-F238E27FC236}">
                <a16:creationId xmlns:a16="http://schemas.microsoft.com/office/drawing/2014/main" id="{D52DF4BC-2EFC-CAD1-825D-ADBBD7A60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0488" y="343912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LA CANDELARIA 1</a:t>
            </a:r>
          </a:p>
        </p:txBody>
      </p:sp>
      <p:sp>
        <p:nvSpPr>
          <p:cNvPr id="39" name="AutoShape 4">
            <a:extLst>
              <a:ext uri="{FF2B5EF4-FFF2-40B4-BE49-F238E27FC236}">
                <a16:creationId xmlns:a16="http://schemas.microsoft.com/office/drawing/2014/main" id="{2205A355-D9AB-DE34-F5F3-B54AB4AED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237" y="467532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LIDER</a:t>
            </a:r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BBAB92CD-55A8-0518-FAC5-9DE5EC11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104" y="588748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MARACAIBO</a:t>
            </a:r>
          </a:p>
        </p:txBody>
      </p:sp>
      <p:sp>
        <p:nvSpPr>
          <p:cNvPr id="41" name="AutoShape 4">
            <a:extLst>
              <a:ext uri="{FF2B5EF4-FFF2-40B4-BE49-F238E27FC236}">
                <a16:creationId xmlns:a16="http://schemas.microsoft.com/office/drawing/2014/main" id="{CBE843F9-14D9-FA6F-2884-1D874F866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3033" y="343912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RECREO</a:t>
            </a: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95C869E7-6B4C-1A71-52D1-8B21211E6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3033" y="403944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SAMBIL</a:t>
            </a:r>
          </a:p>
        </p:txBody>
      </p:sp>
      <p:sp>
        <p:nvSpPr>
          <p:cNvPr id="43" name="AutoShape 4">
            <a:extLst>
              <a:ext uri="{FF2B5EF4-FFF2-40B4-BE49-F238E27FC236}">
                <a16:creationId xmlns:a16="http://schemas.microsoft.com/office/drawing/2014/main" id="{95E7C0C5-F2AB-CAC2-D2DB-E50B8C65F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095" y="467532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VALENCIA 1</a:t>
            </a:r>
          </a:p>
        </p:txBody>
      </p:sp>
      <p:sp>
        <p:nvSpPr>
          <p:cNvPr id="45" name="AutoShape 4">
            <a:extLst>
              <a:ext uri="{FF2B5EF4-FFF2-40B4-BE49-F238E27FC236}">
                <a16:creationId xmlns:a16="http://schemas.microsoft.com/office/drawing/2014/main" id="{A0AE80C2-FE4C-0F97-6233-6DFAB8D08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019" y="527731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VALENCIA 2</a:t>
            </a:r>
          </a:p>
        </p:txBody>
      </p:sp>
      <p:sp>
        <p:nvSpPr>
          <p:cNvPr id="52" name="17 CuadroTexto">
            <a:extLst>
              <a:ext uri="{FF2B5EF4-FFF2-40B4-BE49-F238E27FC236}">
                <a16:creationId xmlns:a16="http://schemas.microsoft.com/office/drawing/2014/main" id="{4784BBAB-07AE-28AC-918A-5DB02ED945B0}"/>
              </a:ext>
            </a:extLst>
          </p:cNvPr>
          <p:cNvSpPr txBox="1"/>
          <p:nvPr/>
        </p:nvSpPr>
        <p:spPr>
          <a:xfrm>
            <a:off x="462716" y="1015573"/>
            <a:ext cx="790975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SUCURSALES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2CADF672-821C-1F9F-DA7E-1BE21745E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480" y="587639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MARGARITA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8E4B5E0A-7FE5-CCDB-7129-30EA903B9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720" y="465487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CASIO BARQUISIMETO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7269D3E-F214-9367-C152-EBDAD0AA6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7261" y="526726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800" b="1" dirty="0">
                <a:solidFill>
                  <a:schemeClr val="tx1"/>
                </a:solidFill>
                <a:cs typeface="Arial" pitchFamily="34" charset="0"/>
              </a:rPr>
              <a:t>CUBITT ACUARIO</a:t>
            </a:r>
          </a:p>
        </p:txBody>
      </p:sp>
    </p:spTree>
    <p:extLst>
      <p:ext uri="{BB962C8B-B14F-4D97-AF65-F5344CB8AC3E}">
        <p14:creationId xmlns:p14="http://schemas.microsoft.com/office/powerpoint/2010/main" val="176769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C4E1A-8658-95F1-6B3B-1C37BD29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7F55D7FC-CB83-3EAA-66C3-99E7C9D6976B}"/>
              </a:ext>
            </a:extLst>
          </p:cNvPr>
          <p:cNvCxnSpPr>
            <a:cxnSpLocks/>
            <a:stCxn id="16" idx="0"/>
            <a:endCxn id="16" idx="0"/>
          </p:cNvCxnSpPr>
          <p:nvPr/>
        </p:nvCxnSpPr>
        <p:spPr>
          <a:xfrm>
            <a:off x="8818975" y="384575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092F54E4-A84C-1117-6F5B-1A977E1717F4}"/>
              </a:ext>
            </a:extLst>
          </p:cNvPr>
          <p:cNvCxnSpPr>
            <a:cxnSpLocks/>
          </p:cNvCxnSpPr>
          <p:nvPr/>
        </p:nvCxnSpPr>
        <p:spPr>
          <a:xfrm>
            <a:off x="7032104" y="3852102"/>
            <a:ext cx="0" cy="224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7D2CF44F-B834-3E06-7CA2-C2220D38083F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467123" y="1270124"/>
            <a:ext cx="438787" cy="16784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2FA999EB-D425-F983-8160-B7D35FE3561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525728" y="2060848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AEA2C103-01E3-0D0D-139F-AE529E8FA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109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A069726B-BC72-5E7A-9B73-80A9476A8594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9C92A2F5-26A2-45B9-503F-222DE564ED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25C77EC-C410-8942-E5DF-32361D30C3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A786D767-DA1D-1ADB-4578-1086B7C6F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688" y="303106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PACHECO DEYSI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77EF8F4B-A89E-D12C-7C24-E210F7A58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088" y="303106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ROSADO BERZA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6579AD8A-3382-CF68-C3F2-CF4CAE102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9455" y="507205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MORALES VALERIA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82CC876-8BCE-ACFB-CCE2-F406AFD95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350" y="385146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BRANA ALVARO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E4C51C85-8B6A-BE77-5D12-1781F94CD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807" y="386105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CORDERO CRISTIAMS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4BC4A4FA-91F9-A54A-1C63-54C0C46F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9455" y="384575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  <a:cs typeface="Arial" pitchFamily="34" charset="0"/>
              </a:rPr>
              <a:t>VACANTE</a:t>
            </a: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0E1FDF3C-8E8B-0B19-608F-CE9A3C8DD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4893" y="385215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  <a:cs typeface="Arial" pitchFamily="34" charset="0"/>
              </a:rPr>
              <a:t>VACANTE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62A23B3A-1731-7A8D-75A5-4D96297B3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773" y="446655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ROMERO DUBRASKA</a:t>
            </a:r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1837509B-5984-2F70-8FEE-6A7FB445C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9455" y="446655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SEGURIDAD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MENDEZ MAXIMIANO</a:t>
            </a:r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C96843C4-3FBD-9932-5FFB-95C2C9C12D73}"/>
              </a:ext>
            </a:extLst>
          </p:cNvPr>
          <p:cNvCxnSpPr>
            <a:stCxn id="4" idx="2"/>
            <a:endCxn id="2" idx="0"/>
          </p:cNvCxnSpPr>
          <p:nvPr/>
        </p:nvCxnSpPr>
        <p:spPr>
          <a:xfrm rot="5400000">
            <a:off x="5300341" y="2052483"/>
            <a:ext cx="434455" cy="152270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: angular 43">
            <a:extLst>
              <a:ext uri="{FF2B5EF4-FFF2-40B4-BE49-F238E27FC236}">
                <a16:creationId xmlns:a16="http://schemas.microsoft.com/office/drawing/2014/main" id="{5EE54AFC-7479-6C99-4E64-1419FCD6C941}"/>
              </a:ext>
            </a:extLst>
          </p:cNvPr>
          <p:cNvCxnSpPr>
            <a:stCxn id="4" idx="2"/>
            <a:endCxn id="3" idx="0"/>
          </p:cNvCxnSpPr>
          <p:nvPr/>
        </p:nvCxnSpPr>
        <p:spPr>
          <a:xfrm rot="16200000" flipH="1">
            <a:off x="6751041" y="2124491"/>
            <a:ext cx="434455" cy="137869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65CE5345-4E16-3B8F-7535-AC59BCAEEE49}"/>
              </a:ext>
            </a:extLst>
          </p:cNvPr>
          <p:cNvCxnSpPr>
            <a:stCxn id="2" idx="2"/>
            <a:endCxn id="3" idx="2"/>
          </p:cNvCxnSpPr>
          <p:nvPr/>
        </p:nvCxnSpPr>
        <p:spPr>
          <a:xfrm rot="16200000" flipH="1">
            <a:off x="6206910" y="2011537"/>
            <a:ext cx="12700" cy="2901400"/>
          </a:xfrm>
          <a:prstGeom prst="bentConnector3">
            <a:avLst>
              <a:gd name="adj1" fmla="val 182315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17 CuadroTexto">
            <a:extLst>
              <a:ext uri="{FF2B5EF4-FFF2-40B4-BE49-F238E27FC236}">
                <a16:creationId xmlns:a16="http://schemas.microsoft.com/office/drawing/2014/main" id="{9938D7ED-47E5-A2F3-3639-3FC14F862698}"/>
              </a:ext>
            </a:extLst>
          </p:cNvPr>
          <p:cNvSpPr txBox="1"/>
          <p:nvPr/>
        </p:nvSpPr>
        <p:spPr>
          <a:xfrm>
            <a:off x="1569190" y="681041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CASIO </a:t>
            </a:r>
          </a:p>
          <a:p>
            <a:pPr algn="ctr"/>
            <a:r>
              <a:rPr lang="es-VE" sz="1800" b="1" dirty="0"/>
              <a:t>ACUARIO</a:t>
            </a:r>
          </a:p>
        </p:txBody>
      </p: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8BF149E8-AD55-AD6E-75C2-4CF262BD7FAB}"/>
              </a:ext>
            </a:extLst>
          </p:cNvPr>
          <p:cNvCxnSpPr>
            <a:cxnSpLocks/>
            <a:stCxn id="26" idx="1"/>
            <a:endCxn id="16" idx="3"/>
          </p:cNvCxnSpPr>
          <p:nvPr/>
        </p:nvCxnSpPr>
        <p:spPr>
          <a:xfrm rot="10800000" flipH="1">
            <a:off x="2834893" y="4061341"/>
            <a:ext cx="6753602" cy="6407"/>
          </a:xfrm>
          <a:prstGeom prst="bentConnector5">
            <a:avLst>
              <a:gd name="adj1" fmla="val -3385"/>
              <a:gd name="adj2" fmla="val 5927517"/>
              <a:gd name="adj3" fmla="val 10338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angular 53">
            <a:extLst>
              <a:ext uri="{FF2B5EF4-FFF2-40B4-BE49-F238E27FC236}">
                <a16:creationId xmlns:a16="http://schemas.microsoft.com/office/drawing/2014/main" id="{9F3ED1E3-82FA-049A-2D82-1B21894CA907}"/>
              </a:ext>
            </a:extLst>
          </p:cNvPr>
          <p:cNvCxnSpPr>
            <a:stCxn id="8" idx="0"/>
            <a:endCxn id="13" idx="0"/>
          </p:cNvCxnSpPr>
          <p:nvPr/>
        </p:nvCxnSpPr>
        <p:spPr>
          <a:xfrm rot="16200000" flipH="1">
            <a:off x="6172803" y="2998529"/>
            <a:ext cx="9589" cy="1715457"/>
          </a:xfrm>
          <a:prstGeom prst="bentConnector3">
            <a:avLst>
              <a:gd name="adj1" fmla="val -17067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r 58">
            <a:extLst>
              <a:ext uri="{FF2B5EF4-FFF2-40B4-BE49-F238E27FC236}">
                <a16:creationId xmlns:a16="http://schemas.microsoft.com/office/drawing/2014/main" id="{F2756068-6233-1663-2970-C181DCF65360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H="1" flipV="1">
            <a:off x="2841773" y="4682144"/>
            <a:ext cx="5582" cy="627789"/>
          </a:xfrm>
          <a:prstGeom prst="bentConnector3">
            <a:avLst>
              <a:gd name="adj1" fmla="val -42442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6E2BC72E-FFA0-4E57-87EA-AB81CFE81031}"/>
              </a:ext>
            </a:extLst>
          </p:cNvPr>
          <p:cNvCxnSpPr>
            <a:stCxn id="26" idx="1"/>
            <a:endCxn id="27" idx="1"/>
          </p:cNvCxnSpPr>
          <p:nvPr/>
        </p:nvCxnSpPr>
        <p:spPr>
          <a:xfrm rot="10800000" flipH="1" flipV="1">
            <a:off x="2834893" y="4067747"/>
            <a:ext cx="6880" cy="614398"/>
          </a:xfrm>
          <a:prstGeom prst="bentConnector3">
            <a:avLst>
              <a:gd name="adj1" fmla="val -33226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284ED3A0-12C7-8EEE-B743-1069AC6A76A0}"/>
              </a:ext>
            </a:extLst>
          </p:cNvPr>
          <p:cNvCxnSpPr>
            <a:stCxn id="29" idx="3"/>
            <a:endCxn id="7" idx="3"/>
          </p:cNvCxnSpPr>
          <p:nvPr/>
        </p:nvCxnSpPr>
        <p:spPr>
          <a:xfrm>
            <a:off x="9588495" y="4682145"/>
            <a:ext cx="12700" cy="60550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angular 66">
            <a:extLst>
              <a:ext uri="{FF2B5EF4-FFF2-40B4-BE49-F238E27FC236}">
                <a16:creationId xmlns:a16="http://schemas.microsoft.com/office/drawing/2014/main" id="{5105CF7A-1347-0F06-36BE-D7AC735A4DD1}"/>
              </a:ext>
            </a:extLst>
          </p:cNvPr>
          <p:cNvCxnSpPr>
            <a:stCxn id="16" idx="3"/>
            <a:endCxn id="29" idx="3"/>
          </p:cNvCxnSpPr>
          <p:nvPr/>
        </p:nvCxnSpPr>
        <p:spPr>
          <a:xfrm>
            <a:off x="9588495" y="4061340"/>
            <a:ext cx="12700" cy="620805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882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0B1E2-B393-8739-487B-D1DFC135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79727F05-D60C-A4AE-6870-27DBBA359297}"/>
              </a:ext>
            </a:extLst>
          </p:cNvPr>
          <p:cNvCxnSpPr>
            <a:stCxn id="4" idx="2"/>
            <a:endCxn id="27" idx="0"/>
          </p:cNvCxnSpPr>
          <p:nvPr/>
        </p:nvCxnSpPr>
        <p:spPr>
          <a:xfrm rot="5400000">
            <a:off x="3865383" y="1444010"/>
            <a:ext cx="1233797" cy="3482358"/>
          </a:xfrm>
          <a:prstGeom prst="bentConnector3">
            <a:avLst>
              <a:gd name="adj1" fmla="val 7311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142F3D8A-5729-8372-6FC8-03EFA15D880D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453554" y="1283693"/>
            <a:ext cx="410469" cy="16229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DE18352E-C063-0214-3996-8D3A315880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470272" y="2032531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43B727A9-A57E-C164-6988-150FE7BD6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109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5EF7A5D7-2CC1-CF6C-EE1B-4A691B3D7E66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71E8C2FF-C247-4788-89FD-AAAC1CC120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7ABFB2F-DD2F-9F65-9785-D13530AF14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986F8ECC-8D0D-64C0-5A22-511B9AC3B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940" y="283616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FERNANDEZ JOSMAR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6EB7B182-C526-3020-65F2-9B55A3481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595" y="380208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CAZOLA AARON 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9FFAA89E-FD35-930E-1CEB-0DA655649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157" y="381170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ORTIZ ANGELICA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3C8B7175-6D55-81F4-962B-2C1E32E1C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9374" y="381170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RAMIREZ CANDIDO</a:t>
            </a:r>
          </a:p>
        </p:txBody>
      </p:sp>
      <p:sp>
        <p:nvSpPr>
          <p:cNvPr id="20" name="AutoShape 4">
            <a:extLst>
              <a:ext uri="{FF2B5EF4-FFF2-40B4-BE49-F238E27FC236}">
                <a16:creationId xmlns:a16="http://schemas.microsoft.com/office/drawing/2014/main" id="{BB5DBB18-EEFC-6B85-6850-057CA83E1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2385" y="380208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RELOJERO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CASTILLO ALEJANDRO 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2ABC8A9B-678F-D28B-C019-1D349087F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582" y="380208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SALAZAR ORIANA</a:t>
            </a:r>
          </a:p>
        </p:txBody>
      </p:sp>
      <p:sp>
        <p:nvSpPr>
          <p:cNvPr id="85" name="17 CuadroTexto">
            <a:extLst>
              <a:ext uri="{FF2B5EF4-FFF2-40B4-BE49-F238E27FC236}">
                <a16:creationId xmlns:a16="http://schemas.microsoft.com/office/drawing/2014/main" id="{7BF5E252-57AF-F6DD-AFD2-0405F51B8EF4}"/>
              </a:ext>
            </a:extLst>
          </p:cNvPr>
          <p:cNvSpPr txBox="1"/>
          <p:nvPr/>
        </p:nvSpPr>
        <p:spPr>
          <a:xfrm>
            <a:off x="1569190" y="681041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CASIO </a:t>
            </a:r>
          </a:p>
          <a:p>
            <a:pPr algn="ctr"/>
            <a:r>
              <a:rPr lang="es-VE" sz="1800" b="1" dirty="0"/>
              <a:t>CCCT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5800121-82FD-D8BE-8B2B-566336E99259}"/>
              </a:ext>
            </a:extLst>
          </p:cNvPr>
          <p:cNvCxnSpPr>
            <a:cxnSpLocks/>
          </p:cNvCxnSpPr>
          <p:nvPr/>
        </p:nvCxnSpPr>
        <p:spPr>
          <a:xfrm flipH="1">
            <a:off x="6223982" y="3257860"/>
            <a:ext cx="779" cy="541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E363E644-48D2-0C52-4BCD-06CAC2251498}"/>
              </a:ext>
            </a:extLst>
          </p:cNvPr>
          <p:cNvCxnSpPr>
            <a:cxnSpLocks/>
            <a:stCxn id="2" idx="2"/>
            <a:endCxn id="20" idx="0"/>
          </p:cNvCxnSpPr>
          <p:nvPr/>
        </p:nvCxnSpPr>
        <p:spPr>
          <a:xfrm rot="16200000" flipH="1">
            <a:off x="7700309" y="1790491"/>
            <a:ext cx="534746" cy="3488445"/>
          </a:xfrm>
          <a:prstGeom prst="bentConnector3">
            <a:avLst>
              <a:gd name="adj1" fmla="val 380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9B62C70F-C7BC-C24E-94DF-2901C3A7B643}"/>
              </a:ext>
            </a:extLst>
          </p:cNvPr>
          <p:cNvCxnSpPr>
            <a:stCxn id="8" idx="0"/>
            <a:endCxn id="16" idx="0"/>
          </p:cNvCxnSpPr>
          <p:nvPr/>
        </p:nvCxnSpPr>
        <p:spPr>
          <a:xfrm rot="16200000" flipH="1">
            <a:off x="6221696" y="2054507"/>
            <a:ext cx="9615" cy="3504779"/>
          </a:xfrm>
          <a:prstGeom prst="bentConnector3">
            <a:avLst>
              <a:gd name="adj1" fmla="val -344742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655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2479-91C5-DBE2-2E5A-4875247B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4E9097F1-ADB7-607A-6D30-560821EA9C09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rot="16200000" flipH="1">
            <a:off x="6183173" y="2614550"/>
            <a:ext cx="2522447" cy="2486560"/>
          </a:xfrm>
          <a:prstGeom prst="bentConnector4">
            <a:avLst>
              <a:gd name="adj1" fmla="val 35832"/>
              <a:gd name="adj2" fmla="val 10919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A537FED8-348E-5AF9-FEF0-7B152F3B5EE6}"/>
              </a:ext>
            </a:extLst>
          </p:cNvPr>
          <p:cNvCxnSpPr>
            <a:cxnSpLocks/>
            <a:stCxn id="4" idx="2"/>
            <a:endCxn id="3" idx="1"/>
          </p:cNvCxnSpPr>
          <p:nvPr/>
        </p:nvCxnSpPr>
        <p:spPr>
          <a:xfrm rot="5400000">
            <a:off x="4399291" y="2106204"/>
            <a:ext cx="1311423" cy="2292228"/>
          </a:xfrm>
          <a:prstGeom prst="bentConnector4">
            <a:avLst>
              <a:gd name="adj1" fmla="val 68896"/>
              <a:gd name="adj2" fmla="val 109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0A7ABD35-8C2C-3650-0B0C-D32DA460459F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428222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E6368BF6-8CB6-7090-EE4A-3076518C2D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447928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E468A9DC-10EF-E5BA-DFC3-8328C65C3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109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ADD77897-D4FD-2328-7F7E-5CB45527520A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A84C152-3A70-EA44-8690-F404189D11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9E2A6C4-BD3D-2471-0F2F-670479291E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538EC86D-FE0E-9843-77A7-10A985B64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928" y="284033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GONZALEZ YOEL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F40F3FC-5496-47FC-BBF1-ADF3EC7F0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636" y="490346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DIAZ ERASMO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BB88D147-582E-5506-AEDF-9696E9E35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636" y="429795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VELASQUEZ GERDALIS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2A885914-9823-A382-37DE-39D50642E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636" y="369244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VERA JOSE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631BCD75-4A04-A5A2-F03A-0AE1C5F97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888" y="429795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CARVAJAL GABRIELA</a:t>
            </a:r>
          </a:p>
        </p:txBody>
      </p:sp>
      <p:sp>
        <p:nvSpPr>
          <p:cNvPr id="85" name="17 CuadroTexto">
            <a:extLst>
              <a:ext uri="{FF2B5EF4-FFF2-40B4-BE49-F238E27FC236}">
                <a16:creationId xmlns:a16="http://schemas.microsoft.com/office/drawing/2014/main" id="{473DB7E0-2A32-F4AA-CF56-7F0EEB26A70A}"/>
              </a:ext>
            </a:extLst>
          </p:cNvPr>
          <p:cNvSpPr txBox="1"/>
          <p:nvPr/>
        </p:nvSpPr>
        <p:spPr>
          <a:xfrm>
            <a:off x="1569190" y="681041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CASIO </a:t>
            </a:r>
          </a:p>
          <a:p>
            <a:pPr algn="ctr"/>
            <a:r>
              <a:rPr lang="es-VE" sz="1800" b="1" dirty="0"/>
              <a:t>FERIA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BC22ECF5-2A07-ED42-FD03-6BDD5D553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888" y="369244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GONZALEZ GARRIDO GENESIS</a:t>
            </a:r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2F7A0C23-6C0D-EEE0-6963-D3EC67E7C3F6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3908888" y="4513540"/>
            <a:ext cx="12700" cy="605513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2E89EE91-F486-4269-3438-7DC28CA7E959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3908888" y="3908030"/>
            <a:ext cx="12700" cy="121102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8088DC16-D601-DC4E-3EA2-8EA230230469}"/>
              </a:ext>
            </a:extLst>
          </p:cNvPr>
          <p:cNvCxnSpPr>
            <a:stCxn id="16" idx="3"/>
            <a:endCxn id="13" idx="3"/>
          </p:cNvCxnSpPr>
          <p:nvPr/>
        </p:nvCxnSpPr>
        <p:spPr>
          <a:xfrm>
            <a:off x="8687676" y="3908030"/>
            <a:ext cx="12700" cy="60551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824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F4661-02B7-A672-F8EE-E3787600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357E9898-84C4-6ABA-DECA-42BDD144CE92}"/>
              </a:ext>
            </a:extLst>
          </p:cNvPr>
          <p:cNvCxnSpPr>
            <a:stCxn id="4" idx="2"/>
            <a:endCxn id="3" idx="0"/>
          </p:cNvCxnSpPr>
          <p:nvPr/>
        </p:nvCxnSpPr>
        <p:spPr>
          <a:xfrm rot="5400000">
            <a:off x="4594831" y="1430588"/>
            <a:ext cx="1205482" cy="3537521"/>
          </a:xfrm>
          <a:prstGeom prst="bentConnector3">
            <a:avLst>
              <a:gd name="adj1" fmla="val 7465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AABEC8D2-21F2-CE9C-3FE7-D1ABB62F82A0}"/>
              </a:ext>
            </a:extLst>
          </p:cNvPr>
          <p:cNvCxnSpPr>
            <a:stCxn id="4" idx="2"/>
            <a:endCxn id="27" idx="3"/>
          </p:cNvCxnSpPr>
          <p:nvPr/>
        </p:nvCxnSpPr>
        <p:spPr>
          <a:xfrm rot="16200000" flipH="1">
            <a:off x="6911869" y="2651070"/>
            <a:ext cx="2684658" cy="2575732"/>
          </a:xfrm>
          <a:prstGeom prst="bentConnector4">
            <a:avLst>
              <a:gd name="adj1" fmla="val 33553"/>
              <a:gd name="adj2" fmla="val 10887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A893E53C-BAD1-9F77-4C39-00FF9330A3CA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193438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847E3067-AEDA-7278-0470-86BDC926A3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13144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A876EC56-24FF-F920-23FD-B9FB81947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32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166A804E-BC9F-3749-1B1D-26CC339225A0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54BD428-AFD5-DA73-6A41-FA8D5C15B7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6B6EDE1-6C4D-BD54-1A75-A78DB1F80C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B0ABBF27-B6C0-CF91-A88F-B0FD3B73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144" y="284033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SARMIENTO LUIS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C0B89B9A-02E9-C1DA-DBE0-C03F3489A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811" y="380208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GUZMAN KATHERINE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BF941CAC-5137-30DF-67CB-C4D9C934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567" y="380942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MANZO JEAN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FC3008BA-7A28-65EB-33EF-416B52FDD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344" y="380942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OLIVO PAOLA</a:t>
            </a:r>
          </a:p>
        </p:txBody>
      </p:sp>
      <p:sp>
        <p:nvSpPr>
          <p:cNvPr id="20" name="AutoShape 4">
            <a:extLst>
              <a:ext uri="{FF2B5EF4-FFF2-40B4-BE49-F238E27FC236}">
                <a16:creationId xmlns:a16="http://schemas.microsoft.com/office/drawing/2014/main" id="{D8925BCF-6C3E-AEF6-2105-012089537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4796" y="443755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RELOJERO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GONZALEZ YUSBELI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1C3A5BA6-8E85-72F2-C132-DF71E3A52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3024" y="506567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LUCENA YESSIMAR</a:t>
            </a:r>
          </a:p>
        </p:txBody>
      </p:sp>
      <p:sp>
        <p:nvSpPr>
          <p:cNvPr id="85" name="17 CuadroTexto">
            <a:extLst>
              <a:ext uri="{FF2B5EF4-FFF2-40B4-BE49-F238E27FC236}">
                <a16:creationId xmlns:a16="http://schemas.microsoft.com/office/drawing/2014/main" id="{29B51424-D841-9CD0-0FA8-BD9787B94B9C}"/>
              </a:ext>
            </a:extLst>
          </p:cNvPr>
          <p:cNvSpPr txBox="1"/>
          <p:nvPr/>
        </p:nvSpPr>
        <p:spPr>
          <a:xfrm>
            <a:off x="1569190" y="681039"/>
            <a:ext cx="915123" cy="5412259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CASIO </a:t>
            </a:r>
          </a:p>
          <a:p>
            <a:pPr algn="ctr"/>
            <a:r>
              <a:rPr lang="es-VE" sz="1800" b="1" dirty="0"/>
              <a:t>LA CANDELARIA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8202C0F6-A2D3-CD1C-B00F-BEF755E39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291" y="380208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CENTENO LUIS</a:t>
            </a:r>
          </a:p>
        </p:txBody>
      </p: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98461C78-6188-8DE0-2EE6-0C294C289937}"/>
              </a:ext>
            </a:extLst>
          </p:cNvPr>
          <p:cNvCxnSpPr>
            <a:stCxn id="8" idx="0"/>
            <a:endCxn id="16" idx="3"/>
          </p:cNvCxnSpPr>
          <p:nvPr/>
        </p:nvCxnSpPr>
        <p:spPr>
          <a:xfrm rot="16200000" flipH="1">
            <a:off x="7284393" y="1757026"/>
            <a:ext cx="222927" cy="4313053"/>
          </a:xfrm>
          <a:prstGeom prst="bentConnector4">
            <a:avLst>
              <a:gd name="adj1" fmla="val -136572"/>
              <a:gd name="adj2" fmla="val 10503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899B5B30-6983-7A6B-A0C7-0CDAB91EBB8B}"/>
              </a:ext>
            </a:extLst>
          </p:cNvPr>
          <p:cNvCxnSpPr>
            <a:stCxn id="13" idx="0"/>
            <a:endCxn id="20" idx="3"/>
          </p:cNvCxnSpPr>
          <p:nvPr/>
        </p:nvCxnSpPr>
        <p:spPr>
          <a:xfrm rot="16200000" flipH="1">
            <a:off x="7838105" y="2937410"/>
            <a:ext cx="843711" cy="2587749"/>
          </a:xfrm>
          <a:prstGeom prst="bentConnector4">
            <a:avLst>
              <a:gd name="adj1" fmla="val -36879"/>
              <a:gd name="adj2" fmla="val 1083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662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F60C-C351-C630-96F1-AC4D314A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013C3DF-BA98-EB9C-D3C7-EE637F8FB2A0}"/>
              </a:ext>
            </a:extLst>
          </p:cNvPr>
          <p:cNvCxnSpPr>
            <a:cxnSpLocks/>
            <a:stCxn id="4" idx="2"/>
            <a:endCxn id="13" idx="2"/>
          </p:cNvCxnSpPr>
          <p:nvPr/>
        </p:nvCxnSpPr>
        <p:spPr>
          <a:xfrm>
            <a:off x="6466703" y="2596607"/>
            <a:ext cx="6012" cy="1646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5525879E-F8F3-EF1E-D184-F4A2C401B47A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693807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38E06E5B-7423-CBEB-500A-D4C7A5C25B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13515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97A691FB-AE68-96EA-34FA-3E1967E54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696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D41B0C21-BC0E-2D7D-1CCB-30FCC047B451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0B945503-2BDC-E65C-B363-0DB2AABFA0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1836C591-2371-2F04-0F24-11C0D03C02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A5134641-9E56-80E1-B241-ED95818DF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515" y="284033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DAVILA CLAUDI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4D53B20-70CF-1999-7A18-F03BFBA8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183" y="380208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LANDAETA JOILENY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A9867C0A-9C7E-2037-E6E8-B38DD9A09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195" y="381170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LARA NELSON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8BB20802-CE15-1A7A-24D5-1BDB41EE2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715" y="380942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LUCENA VANESSA 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B9D8F24D-49CF-EE16-B49D-EA3D13313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715" y="450912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CASTILLO DORIANA</a:t>
            </a:r>
          </a:p>
        </p:txBody>
      </p:sp>
      <p:sp>
        <p:nvSpPr>
          <p:cNvPr id="85" name="17 CuadroTexto">
            <a:extLst>
              <a:ext uri="{FF2B5EF4-FFF2-40B4-BE49-F238E27FC236}">
                <a16:creationId xmlns:a16="http://schemas.microsoft.com/office/drawing/2014/main" id="{4AFBDF8B-9825-18F0-97E6-6BCC9ABD8325}"/>
              </a:ext>
            </a:extLst>
          </p:cNvPr>
          <p:cNvSpPr txBox="1"/>
          <p:nvPr/>
        </p:nvSpPr>
        <p:spPr>
          <a:xfrm>
            <a:off x="1569190" y="681039"/>
            <a:ext cx="915123" cy="5412259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CASIO </a:t>
            </a:r>
          </a:p>
          <a:p>
            <a:pPr algn="ctr"/>
            <a:r>
              <a:rPr lang="es-VE" sz="1800" b="1" dirty="0"/>
              <a:t>LIDER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D9B0B7BA-F6F0-82FD-1B78-B31BE040B9A1}"/>
              </a:ext>
            </a:extLst>
          </p:cNvPr>
          <p:cNvCxnSpPr>
            <a:cxnSpLocks/>
            <a:stCxn id="8" idx="0"/>
            <a:endCxn id="16" idx="0"/>
          </p:cNvCxnSpPr>
          <p:nvPr/>
        </p:nvCxnSpPr>
        <p:spPr>
          <a:xfrm rot="16200000" flipH="1">
            <a:off x="6507802" y="2033994"/>
            <a:ext cx="7339" cy="3543533"/>
          </a:xfrm>
          <a:prstGeom prst="bentConnector3">
            <a:avLst>
              <a:gd name="adj1" fmla="val -311529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BAA87CFB-21EB-4DC9-4AA3-684EFD5F963B}"/>
              </a:ext>
            </a:extLst>
          </p:cNvPr>
          <p:cNvCxnSpPr>
            <a:cxnSpLocks/>
            <a:stCxn id="8" idx="0"/>
            <a:endCxn id="27" idx="3"/>
          </p:cNvCxnSpPr>
          <p:nvPr/>
        </p:nvCxnSpPr>
        <p:spPr>
          <a:xfrm rot="16200000" flipH="1">
            <a:off x="6434919" y="2106872"/>
            <a:ext cx="922619" cy="4313052"/>
          </a:xfrm>
          <a:prstGeom prst="bentConnector4">
            <a:avLst>
              <a:gd name="adj1" fmla="val -24777"/>
              <a:gd name="adj2" fmla="val 1053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233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CB5D-72CD-6216-FAA7-877C9625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64E2AA1D-3090-9F6E-8F3F-4658B11A3386}"/>
              </a:ext>
            </a:extLst>
          </p:cNvPr>
          <p:cNvCxnSpPr>
            <a:stCxn id="4" idx="2"/>
            <a:endCxn id="3" idx="3"/>
          </p:cNvCxnSpPr>
          <p:nvPr/>
        </p:nvCxnSpPr>
        <p:spPr>
          <a:xfrm rot="16200000" flipH="1">
            <a:off x="6474262" y="2944661"/>
            <a:ext cx="3282160" cy="2586052"/>
          </a:xfrm>
          <a:prstGeom prst="bentConnector4">
            <a:avLst>
              <a:gd name="adj1" fmla="val 29691"/>
              <a:gd name="adj2" fmla="val 1088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2A54D871-81CD-A7D6-D3AD-898B7B105022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049422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E0794C8A-F51E-17B0-1838-8EED8FB3B7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69128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DF0879D1-E88C-D809-6A8B-F7AFE0918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5309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0F0624E5-E091-D125-B09A-058C67EA8061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B691081A-1D39-60F8-40B0-A6DABB6D4C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222F850-D2E4-96E7-9B32-09138883EE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A1F6ED32-F0EB-ED3D-2A64-B83ADAE2B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128" y="284033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NIÑO ISAIRA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978D9982-1DF3-3A1C-B361-66D952750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8738" y="379376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PALACIOS  FRANCISCO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22992A2E-3827-07E8-3B00-6FC119DE9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2897" y="379621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SALAZAR JOSDRIAN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2E3E10CE-4726-5C0A-75D8-B29E6E1AD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328" y="380942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VELASQUEZ ELIO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9CDCE704-CF19-FF62-5BE8-868A97AC6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328" y="504106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MONTAÑO ROSMERYS</a:t>
            </a:r>
          </a:p>
        </p:txBody>
      </p:sp>
      <p:sp>
        <p:nvSpPr>
          <p:cNvPr id="85" name="17 CuadroTexto">
            <a:extLst>
              <a:ext uri="{FF2B5EF4-FFF2-40B4-BE49-F238E27FC236}">
                <a16:creationId xmlns:a16="http://schemas.microsoft.com/office/drawing/2014/main" id="{86C64997-00CA-9B48-ABD5-934CD5925FED}"/>
              </a:ext>
            </a:extLst>
          </p:cNvPr>
          <p:cNvSpPr txBox="1"/>
          <p:nvPr/>
        </p:nvSpPr>
        <p:spPr>
          <a:xfrm>
            <a:off x="1569190" y="681039"/>
            <a:ext cx="915123" cy="5412259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CASIO </a:t>
            </a:r>
          </a:p>
          <a:p>
            <a:pPr algn="ctr"/>
            <a:r>
              <a:rPr lang="es-VE" sz="1800" b="1" dirty="0"/>
              <a:t>RECREO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CBB3F6B3-2894-52F5-1AA9-68FF21943084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57342" y="2027391"/>
            <a:ext cx="15663" cy="3560590"/>
          </a:xfrm>
          <a:prstGeom prst="bentConnector3">
            <a:avLst>
              <a:gd name="adj1" fmla="val -145949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4">
            <a:extLst>
              <a:ext uri="{FF2B5EF4-FFF2-40B4-BE49-F238E27FC236}">
                <a16:creationId xmlns:a16="http://schemas.microsoft.com/office/drawing/2014/main" id="{C983A4D4-C977-501B-8E23-D3F0153E2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328" y="566317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GALLARDO WILLIANYS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9A6584F2-FED9-D52E-70DA-47914160C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328" y="443327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RELOJERO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PEROZO FRANCISCO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BE0163F-B866-17D8-DE22-D26776C81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7817" y="379376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ZERPA SAMUEL</a:t>
            </a:r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2A0D63B5-41AD-3493-C342-58AC27A13FD6}"/>
              </a:ext>
            </a:extLst>
          </p:cNvPr>
          <p:cNvCxnSpPr>
            <a:cxnSpLocks/>
            <a:stCxn id="5" idx="3"/>
            <a:endCxn id="27" idx="3"/>
          </p:cNvCxnSpPr>
          <p:nvPr/>
        </p:nvCxnSpPr>
        <p:spPr>
          <a:xfrm>
            <a:off x="9408368" y="4648863"/>
            <a:ext cx="12700" cy="607785"/>
          </a:xfrm>
          <a:prstGeom prst="bentConnector3">
            <a:avLst>
              <a:gd name="adj1" fmla="val 1785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45263C0C-6EA8-95A2-C1A3-F15B7E703E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78185" y="2069943"/>
            <a:ext cx="13386" cy="3475487"/>
          </a:xfrm>
          <a:prstGeom prst="bentConnector4">
            <a:avLst>
              <a:gd name="adj1" fmla="val -1707754"/>
              <a:gd name="adj2" fmla="val 999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117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AC22-7D36-8D0B-6FB7-27393F83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6E274166-970D-1DBA-B98A-2E4E3DCF0AF0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467123" y="1270124"/>
            <a:ext cx="438787" cy="16784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1BE6F544-8A1B-DBC8-6816-C574EBBB968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525728" y="2060848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335FE5F3-BA51-BE71-1A19-0AF9FFCE5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109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85F1AA7F-96F4-5F09-D501-9948A445CA38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0A68A0E5-CBD2-A20C-B753-D2823AD5FD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15" y="389731"/>
            <a:ext cx="756588" cy="1369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73121F99-FBC6-E98E-B791-D844D94E4A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85" name="17 CuadroTexto">
            <a:extLst>
              <a:ext uri="{FF2B5EF4-FFF2-40B4-BE49-F238E27FC236}">
                <a16:creationId xmlns:a16="http://schemas.microsoft.com/office/drawing/2014/main" id="{F4BF7304-94ED-55D7-4F17-C213671F6A90}"/>
              </a:ext>
            </a:extLst>
          </p:cNvPr>
          <p:cNvSpPr txBox="1"/>
          <p:nvPr/>
        </p:nvSpPr>
        <p:spPr>
          <a:xfrm>
            <a:off x="1687978" y="870061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CASIO </a:t>
            </a:r>
          </a:p>
          <a:p>
            <a:pPr algn="ctr"/>
            <a:r>
              <a:rPr lang="es-VE" sz="1800" b="1" dirty="0"/>
              <a:t>ROWER</a:t>
            </a: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8E3B49DF-AF4B-467A-F275-F8B342AEBFE3}"/>
              </a:ext>
            </a:extLst>
          </p:cNvPr>
          <p:cNvGrpSpPr/>
          <p:nvPr/>
        </p:nvGrpSpPr>
        <p:grpSpPr>
          <a:xfrm>
            <a:off x="3827238" y="2954056"/>
            <a:ext cx="5011416" cy="2059120"/>
            <a:chOff x="3827238" y="2954056"/>
            <a:chExt cx="5011416" cy="2059120"/>
          </a:xfrm>
        </p:grpSpPr>
        <p:sp>
          <p:nvSpPr>
            <p:cNvPr id="2" name="AutoShape 4">
              <a:extLst>
                <a:ext uri="{FF2B5EF4-FFF2-40B4-BE49-F238E27FC236}">
                  <a16:creationId xmlns:a16="http://schemas.microsoft.com/office/drawing/2014/main" id="{D07FD352-1AFD-2ADE-8017-AD365ADEC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588" y="2992288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GERENTE DE TIENDA</a:t>
              </a:r>
            </a:p>
            <a:p>
              <a:pPr algn="ctr"/>
              <a:r>
                <a:rPr lang="en-US" sz="600" b="1" dirty="0">
                  <a:solidFill>
                    <a:schemeClr val="tx1"/>
                  </a:solidFill>
                  <a:cs typeface="Arial" pitchFamily="34" charset="0"/>
                </a:rPr>
                <a:t>MENESES ROBERTH</a:t>
              </a:r>
            </a:p>
          </p:txBody>
        </p:sp>
        <p:sp>
          <p:nvSpPr>
            <p:cNvPr id="3" name="AutoShape 4">
              <a:extLst>
                <a:ext uri="{FF2B5EF4-FFF2-40B4-BE49-F238E27FC236}">
                  <a16:creationId xmlns:a16="http://schemas.microsoft.com/office/drawing/2014/main" id="{C2919BF6-517A-6B4C-85BF-DCB9A71F4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9614" y="2954056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GERENTE DE TIENDA</a:t>
              </a:r>
            </a:p>
            <a:p>
              <a:pPr algn="ctr"/>
              <a:r>
                <a:rPr lang="en-US" sz="600" b="1" dirty="0">
                  <a:solidFill>
                    <a:schemeClr val="tx1"/>
                  </a:solidFill>
                  <a:cs typeface="Arial" pitchFamily="34" charset="0"/>
                </a:rPr>
                <a:t>VELIZ NORA</a:t>
              </a:r>
            </a:p>
          </p:txBody>
        </p:sp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7718A694-C34C-E6D7-068A-CF7BB5C06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3264" y="3889766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CAJERO</a:t>
              </a:r>
            </a:p>
            <a:p>
              <a:pPr algn="ctr"/>
              <a:r>
                <a:rPr lang="en-US" sz="600" b="1" dirty="0">
                  <a:solidFill>
                    <a:schemeClr val="tx1"/>
                  </a:solidFill>
                  <a:cs typeface="Arial" pitchFamily="34" charset="0"/>
                </a:rPr>
                <a:t>PORRAS SIULMAR</a:t>
              </a:r>
            </a:p>
          </p:txBody>
        </p:sp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236B568F-B980-7FB5-F1D2-E5734803E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7238" y="3889766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ASESOR DE VENTAS</a:t>
              </a:r>
            </a:p>
            <a:p>
              <a:pPr algn="ctr"/>
              <a:r>
                <a:rPr lang="en-US" sz="600" b="1" dirty="0">
                  <a:solidFill>
                    <a:schemeClr val="tx1"/>
                  </a:solidFill>
                  <a:cs typeface="Arial" pitchFamily="34" charset="0"/>
                </a:rPr>
                <a:t>APONTE PAOLA</a:t>
              </a:r>
            </a:p>
          </p:txBody>
        </p:sp>
        <p:sp>
          <p:nvSpPr>
            <p:cNvPr id="13" name="AutoShape 4">
              <a:extLst>
                <a:ext uri="{FF2B5EF4-FFF2-40B4-BE49-F238E27FC236}">
                  <a16:creationId xmlns:a16="http://schemas.microsoft.com/office/drawing/2014/main" id="{D541D476-4D09-AC7B-2735-032985742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0252" y="3899381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ASESOR DE VENTAS</a:t>
              </a:r>
            </a:p>
            <a:p>
              <a:pPr algn="ctr"/>
              <a:r>
                <a:rPr lang="en-US" sz="600" b="1" dirty="0">
                  <a:solidFill>
                    <a:schemeClr val="tx1"/>
                  </a:solidFill>
                  <a:cs typeface="Arial" pitchFamily="34" charset="0"/>
                </a:rPr>
                <a:t>LUGO WILLIAMS</a:t>
              </a:r>
            </a:p>
          </p:txBody>
        </p:sp>
        <p:sp>
          <p:nvSpPr>
            <p:cNvPr id="20" name="AutoShape 4">
              <a:extLst>
                <a:ext uri="{FF2B5EF4-FFF2-40B4-BE49-F238E27FC236}">
                  <a16:creationId xmlns:a16="http://schemas.microsoft.com/office/drawing/2014/main" id="{8CC1E512-7B7E-33F8-3657-B04397C26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7238" y="4512388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RELOJERO</a:t>
              </a:r>
            </a:p>
            <a:p>
              <a:pPr algn="ctr"/>
              <a:r>
                <a:rPr lang="en-US" sz="600" b="1" dirty="0">
                  <a:solidFill>
                    <a:schemeClr val="tx1"/>
                  </a:solidFill>
                  <a:cs typeface="Arial" pitchFamily="34" charset="0"/>
                </a:rPr>
                <a:t>TORRES FRANCISCO</a:t>
              </a:r>
            </a:p>
          </p:txBody>
        </p:sp>
        <p:sp>
          <p:nvSpPr>
            <p:cNvPr id="29" name="AutoShape 4">
              <a:extLst>
                <a:ext uri="{FF2B5EF4-FFF2-40B4-BE49-F238E27FC236}">
                  <a16:creationId xmlns:a16="http://schemas.microsoft.com/office/drawing/2014/main" id="{4F83C223-69F8-83DE-1516-3D8A2DA85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3264" y="4582001"/>
              <a:ext cx="1539040" cy="431175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rgbClr val="5B7DB1"/>
              </a:solidFill>
              <a:headEnd/>
              <a:tailE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800" b="1" dirty="0">
                  <a:solidFill>
                    <a:schemeClr val="tx1"/>
                  </a:solidFill>
                  <a:cs typeface="Arial" pitchFamily="34" charset="0"/>
                </a:rPr>
                <a:t>SEGURIDAD</a:t>
              </a:r>
            </a:p>
            <a:p>
              <a:pPr algn="ctr"/>
              <a:r>
                <a:rPr lang="en-US" sz="600" b="1" dirty="0">
                  <a:solidFill>
                    <a:schemeClr val="tx1"/>
                  </a:solidFill>
                  <a:cs typeface="Arial" pitchFamily="34" charset="0"/>
                </a:rPr>
                <a:t>HERRERA HECTOR</a:t>
              </a:r>
            </a:p>
          </p:txBody>
        </p:sp>
        <p:cxnSp>
          <p:nvCxnSpPr>
            <p:cNvPr id="27" name="Conector: angular 26">
              <a:extLst>
                <a:ext uri="{FF2B5EF4-FFF2-40B4-BE49-F238E27FC236}">
                  <a16:creationId xmlns:a16="http://schemas.microsoft.com/office/drawing/2014/main" id="{E14DD72F-4530-6CCF-FD54-8E9029DFB09A}"/>
                </a:ext>
              </a:extLst>
            </p:cNvPr>
            <p:cNvCxnSpPr>
              <a:cxnSpLocks/>
              <a:stCxn id="8" idx="1"/>
              <a:endCxn id="3" idx="2"/>
            </p:cNvCxnSpPr>
            <p:nvPr/>
          </p:nvCxnSpPr>
          <p:spPr>
            <a:xfrm rot="10800000" flipH="1">
              <a:off x="3827238" y="3385232"/>
              <a:ext cx="4241896" cy="720123"/>
            </a:xfrm>
            <a:prstGeom prst="bentConnector4">
              <a:avLst>
                <a:gd name="adj1" fmla="val -5389"/>
                <a:gd name="adj2" fmla="val 60532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: angular 49">
              <a:extLst>
                <a:ext uri="{FF2B5EF4-FFF2-40B4-BE49-F238E27FC236}">
                  <a16:creationId xmlns:a16="http://schemas.microsoft.com/office/drawing/2014/main" id="{9AD14E95-AC20-A22B-0466-2DA5CE9CDD45}"/>
                </a:ext>
              </a:extLst>
            </p:cNvPr>
            <p:cNvCxnSpPr>
              <a:stCxn id="13" idx="0"/>
              <a:endCxn id="29" idx="3"/>
            </p:cNvCxnSpPr>
            <p:nvPr/>
          </p:nvCxnSpPr>
          <p:spPr>
            <a:xfrm rot="16200000" flipH="1">
              <a:off x="7131934" y="3097219"/>
              <a:ext cx="898208" cy="2502532"/>
            </a:xfrm>
            <a:prstGeom prst="bentConnector4">
              <a:avLst>
                <a:gd name="adj1" fmla="val -25663"/>
                <a:gd name="adj2" fmla="val 10913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: angular 63">
              <a:extLst>
                <a:ext uri="{FF2B5EF4-FFF2-40B4-BE49-F238E27FC236}">
                  <a16:creationId xmlns:a16="http://schemas.microsoft.com/office/drawing/2014/main" id="{11DF02B3-94E2-7F25-AF2F-DEEB471B8949}"/>
                </a:ext>
              </a:extLst>
            </p:cNvPr>
            <p:cNvCxnSpPr>
              <a:cxnSpLocks/>
              <a:stCxn id="2" idx="2"/>
              <a:endCxn id="20" idx="1"/>
            </p:cNvCxnSpPr>
            <p:nvPr/>
          </p:nvCxnSpPr>
          <p:spPr>
            <a:xfrm rot="5400000">
              <a:off x="3562917" y="3687784"/>
              <a:ext cx="1304513" cy="775870"/>
            </a:xfrm>
            <a:prstGeom prst="bentConnector4">
              <a:avLst>
                <a:gd name="adj1" fmla="val 18767"/>
                <a:gd name="adj2" fmla="val 12946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: angular 68">
              <a:extLst>
                <a:ext uri="{FF2B5EF4-FFF2-40B4-BE49-F238E27FC236}">
                  <a16:creationId xmlns:a16="http://schemas.microsoft.com/office/drawing/2014/main" id="{2FEF0AE0-FF3B-C8AA-8264-EE614D01B77A}"/>
                </a:ext>
              </a:extLst>
            </p:cNvPr>
            <p:cNvCxnSpPr>
              <a:stCxn id="3" idx="2"/>
              <a:endCxn id="7" idx="3"/>
            </p:cNvCxnSpPr>
            <p:nvPr/>
          </p:nvCxnSpPr>
          <p:spPr>
            <a:xfrm rot="16200000" flipH="1">
              <a:off x="8090658" y="3363707"/>
              <a:ext cx="720123" cy="763170"/>
            </a:xfrm>
            <a:prstGeom prst="bentConnector4">
              <a:avLst>
                <a:gd name="adj1" fmla="val 39145"/>
                <a:gd name="adj2" fmla="val 13001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727DA153-660F-D154-AFEF-725769266F16}"/>
              </a:ext>
            </a:extLst>
          </p:cNvPr>
          <p:cNvCxnSpPr>
            <a:stCxn id="2" idx="0"/>
            <a:endCxn id="4" idx="2"/>
          </p:cNvCxnSpPr>
          <p:nvPr/>
        </p:nvCxnSpPr>
        <p:spPr>
          <a:xfrm rot="5400000" flipH="1" flipV="1">
            <a:off x="5243172" y="1956544"/>
            <a:ext cx="395680" cy="167580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angular 75">
            <a:extLst>
              <a:ext uri="{FF2B5EF4-FFF2-40B4-BE49-F238E27FC236}">
                <a16:creationId xmlns:a16="http://schemas.microsoft.com/office/drawing/2014/main" id="{57C10CA6-4D12-0B7D-16CC-4AFF3A31D53C}"/>
              </a:ext>
            </a:extLst>
          </p:cNvPr>
          <p:cNvCxnSpPr>
            <a:stCxn id="4" idx="2"/>
            <a:endCxn id="3" idx="0"/>
          </p:cNvCxnSpPr>
          <p:nvPr/>
        </p:nvCxnSpPr>
        <p:spPr>
          <a:xfrm rot="16200000" flipH="1">
            <a:off x="6995301" y="1880223"/>
            <a:ext cx="357448" cy="1790218"/>
          </a:xfrm>
          <a:prstGeom prst="bentConnector3">
            <a:avLst>
              <a:gd name="adj1" fmla="val 5537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461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B614F-A2E3-EE5B-33BD-DB06A5C0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046C92AB-E273-FFE1-7216-A575B8EDEB0B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rot="16200000" flipH="1">
            <a:off x="6238308" y="2825002"/>
            <a:ext cx="1979498" cy="1522708"/>
          </a:xfrm>
          <a:prstGeom prst="bentConnector3">
            <a:avLst>
              <a:gd name="adj1" fmla="val 8849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2346F1D7-E166-3638-BD7A-945C176A5BD7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693807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C8313F48-4D5A-E170-841E-738C64E562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13515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C1A98507-9D51-C948-80D7-278F194F8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696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6EACAEEA-496D-231E-9000-6A713EFA33E8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1EF0643C-4A48-B002-AE14-093A76C752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3CAB5C46-FA96-E3FD-CD0E-CCC661A1A7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508BFFAD-E713-55CE-FD24-14702446D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1104" y="285294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CARPIO GLEISMAR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DA92EF0-4523-A2E5-2CD7-BE2A6E51A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3628" y="458200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FRANCOIS LUIS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0ADD2CBC-4080-9C2E-BBFC-CD98A76B1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891" y="457610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GONZALEZ YISBELIS</a:t>
            </a:r>
          </a:p>
        </p:txBody>
      </p:sp>
      <p:sp>
        <p:nvSpPr>
          <p:cNvPr id="85" name="17 CuadroTexto">
            <a:extLst>
              <a:ext uri="{FF2B5EF4-FFF2-40B4-BE49-F238E27FC236}">
                <a16:creationId xmlns:a16="http://schemas.microsoft.com/office/drawing/2014/main" id="{CDD0B879-0C40-52F7-49DE-10F057CBE782}"/>
              </a:ext>
            </a:extLst>
          </p:cNvPr>
          <p:cNvSpPr txBox="1"/>
          <p:nvPr/>
        </p:nvSpPr>
        <p:spPr>
          <a:xfrm>
            <a:off x="1569190" y="681039"/>
            <a:ext cx="915123" cy="5412259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</a:t>
            </a:r>
          </a:p>
          <a:p>
            <a:pPr algn="ctr"/>
            <a:r>
              <a:rPr lang="es-VE" sz="1800" b="1" dirty="0"/>
              <a:t>BOLEITA</a:t>
            </a:r>
          </a:p>
        </p:txBody>
      </p: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0B31581B-C438-3107-D3BF-0B46F0CE5E01}"/>
              </a:ext>
            </a:extLst>
          </p:cNvPr>
          <p:cNvCxnSpPr>
            <a:cxnSpLocks/>
            <a:stCxn id="8" idx="0"/>
            <a:endCxn id="13" idx="0"/>
          </p:cNvCxnSpPr>
          <p:nvPr/>
        </p:nvCxnSpPr>
        <p:spPr>
          <a:xfrm rot="5400000" flipH="1" flipV="1">
            <a:off x="6438331" y="3030922"/>
            <a:ext cx="5896" cy="3096263"/>
          </a:xfrm>
          <a:prstGeom prst="bentConnector3">
            <a:avLst>
              <a:gd name="adj1" fmla="val 397720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4">
            <a:extLst>
              <a:ext uri="{FF2B5EF4-FFF2-40B4-BE49-F238E27FC236}">
                <a16:creationId xmlns:a16="http://schemas.microsoft.com/office/drawing/2014/main" id="{144EC1D6-0AC6-5F8C-02F9-F4595DE38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515" y="359273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SUB 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BARRETO VANESSA</a:t>
            </a:r>
          </a:p>
        </p:txBody>
      </p:sp>
    </p:spTree>
    <p:extLst>
      <p:ext uri="{BB962C8B-B14F-4D97-AF65-F5344CB8AC3E}">
        <p14:creationId xmlns:p14="http://schemas.microsoft.com/office/powerpoint/2010/main" val="1783346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24C5-7042-1B19-1D36-89EC2960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DC59E9F3-A44B-F847-D173-31C8130D56B3}"/>
              </a:ext>
            </a:extLst>
          </p:cNvPr>
          <p:cNvCxnSpPr>
            <a:stCxn id="4" idx="2"/>
            <a:endCxn id="16" idx="1"/>
          </p:cNvCxnSpPr>
          <p:nvPr/>
        </p:nvCxnSpPr>
        <p:spPr>
          <a:xfrm rot="5400000">
            <a:off x="4650293" y="2408668"/>
            <a:ext cx="2128100" cy="2503979"/>
          </a:xfrm>
          <a:prstGeom prst="bentConnector4">
            <a:avLst>
              <a:gd name="adj1" fmla="val 44935"/>
              <a:gd name="adj2" fmla="val 1091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799A3866-74EA-4E8E-32DC-6145B7421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5005" y="2629234"/>
            <a:ext cx="1874883" cy="2292228"/>
          </a:xfrm>
          <a:prstGeom prst="bentConnector4">
            <a:avLst>
              <a:gd name="adj1" fmla="val 38064"/>
              <a:gd name="adj2" fmla="val 1099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D900B26B-792E-0CF8-E9BA-71DEB1737BE2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193438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E0F020B7-32AC-CBCD-CE40-30487757F0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13144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007EB31B-DDB5-7110-A331-85803F6CC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32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8CB3BB62-8E6A-55F5-82E9-38A07702C456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A8D8B2F-7AFA-C0C4-F339-841E4D43E6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70092D44-29D2-2D6F-162F-BC26D880A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812" y="284982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OSORIO VIOLETA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A3FBE391-F9EE-806E-6383-92587FB9B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353" y="379169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QUINTANA DEIVIS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3F8A4608-FF79-D7C7-D40F-CEA0F3B9B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353" y="450911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  <a:cs typeface="Arial" pitchFamily="34" charset="0"/>
              </a:rPr>
              <a:t>VACANTE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CE810EED-D5A4-F3C1-F115-2249448A0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5852" y="379543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JIMENEZ TAMARA</a:t>
            </a:r>
          </a:p>
        </p:txBody>
      </p:sp>
      <p:sp>
        <p:nvSpPr>
          <p:cNvPr id="85" name="17 CuadroTexto">
            <a:extLst>
              <a:ext uri="{FF2B5EF4-FFF2-40B4-BE49-F238E27FC236}">
                <a16:creationId xmlns:a16="http://schemas.microsoft.com/office/drawing/2014/main" id="{F3856152-5E9A-0CE6-23CE-CFF2E5F45C18}"/>
              </a:ext>
            </a:extLst>
          </p:cNvPr>
          <p:cNvSpPr txBox="1"/>
          <p:nvPr/>
        </p:nvSpPr>
        <p:spPr>
          <a:xfrm>
            <a:off x="1569190" y="681039"/>
            <a:ext cx="915123" cy="5412259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 </a:t>
            </a:r>
          </a:p>
          <a:p>
            <a:pPr algn="ctr"/>
            <a:r>
              <a:rPr lang="es-VE" sz="1800" b="1" dirty="0"/>
              <a:t>CCCT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C4504C33-5158-D315-5DAF-BE8D95873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9520" y="450911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DAVILA CLAUDIA</a:t>
            </a:r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9D55E78F-8776-54ED-608C-7E81D6BEF667}"/>
              </a:ext>
            </a:extLst>
          </p:cNvPr>
          <p:cNvCxnSpPr>
            <a:cxnSpLocks/>
            <a:stCxn id="8" idx="1"/>
            <a:endCxn id="27" idx="3"/>
          </p:cNvCxnSpPr>
          <p:nvPr/>
        </p:nvCxnSpPr>
        <p:spPr>
          <a:xfrm rot="10800000" flipH="1" flipV="1">
            <a:off x="4462352" y="4007286"/>
            <a:ext cx="4812539" cy="3732"/>
          </a:xfrm>
          <a:prstGeom prst="bentConnector5">
            <a:avLst>
              <a:gd name="adj1" fmla="val -4750"/>
              <a:gd name="adj2" fmla="val -12193221"/>
              <a:gd name="adj3" fmla="val 1044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Imagen 36">
            <a:extLst>
              <a:ext uri="{FF2B5EF4-FFF2-40B4-BE49-F238E27FC236}">
                <a16:creationId xmlns:a16="http://schemas.microsoft.com/office/drawing/2014/main" id="{5E4CBFA0-D24E-8063-67C6-FC97F4E873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17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19E17-E517-9D9F-32CC-88E67271D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1ABA3D37-968D-348F-FBA6-8A837A775F3F}"/>
              </a:ext>
            </a:extLst>
          </p:cNvPr>
          <p:cNvCxnSpPr>
            <a:stCxn id="4" idx="2"/>
            <a:endCxn id="16" idx="1"/>
          </p:cNvCxnSpPr>
          <p:nvPr/>
        </p:nvCxnSpPr>
        <p:spPr>
          <a:xfrm rot="5400000">
            <a:off x="4650293" y="2408668"/>
            <a:ext cx="2128100" cy="2503979"/>
          </a:xfrm>
          <a:prstGeom prst="bentConnector4">
            <a:avLst>
              <a:gd name="adj1" fmla="val 44935"/>
              <a:gd name="adj2" fmla="val 1091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B276F427-402E-E2B9-7BA3-B269D290AFA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5005" y="2629234"/>
            <a:ext cx="1874883" cy="2292228"/>
          </a:xfrm>
          <a:prstGeom prst="bentConnector4">
            <a:avLst>
              <a:gd name="adj1" fmla="val 38064"/>
              <a:gd name="adj2" fmla="val 1099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DC80E016-3850-6748-37B4-380CAAF64425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193438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E78D8AF2-3BF7-E3B3-6555-5CF1586452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13144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330212B4-B149-3C99-1D79-9A7EE8F4D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32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C18A123F-A3AF-DCD1-267A-54B58EA93B50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8D4ECD94-401E-9589-1635-4A9BD4A0B9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1554FD36-7512-9B57-1D29-9DFCF85D3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812" y="284982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RODRIGUEZ DIANA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21835D3-517A-1B08-8041-5E3E6E5A3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353" y="379169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MIRABAL ZAIRET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D43FB902-53DB-A999-3E67-0C2059737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353" y="450911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SUAREZ FABIAN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3F6A6765-BCF4-D749-8044-891F5331A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5852" y="379543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GONZALEZ BARBARA</a:t>
            </a:r>
          </a:p>
        </p:txBody>
      </p:sp>
      <p:sp>
        <p:nvSpPr>
          <p:cNvPr id="85" name="17 CuadroTexto">
            <a:extLst>
              <a:ext uri="{FF2B5EF4-FFF2-40B4-BE49-F238E27FC236}">
                <a16:creationId xmlns:a16="http://schemas.microsoft.com/office/drawing/2014/main" id="{9877EF38-DD4A-8DB4-4B45-E4D3DFF6B570}"/>
              </a:ext>
            </a:extLst>
          </p:cNvPr>
          <p:cNvSpPr txBox="1"/>
          <p:nvPr/>
        </p:nvSpPr>
        <p:spPr>
          <a:xfrm>
            <a:off x="1569190" y="681039"/>
            <a:ext cx="915123" cy="5412259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 </a:t>
            </a:r>
          </a:p>
          <a:p>
            <a:pPr algn="ctr"/>
            <a:r>
              <a:rPr lang="es-VE" sz="1800" b="1" dirty="0"/>
              <a:t>FERIA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4E6C9406-2B84-F266-6BF0-B502F5CBD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9520" y="450911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LIRA ERIN</a:t>
            </a:r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982D9047-81C4-ACB2-FDB7-762021C18586}"/>
              </a:ext>
            </a:extLst>
          </p:cNvPr>
          <p:cNvCxnSpPr>
            <a:cxnSpLocks/>
            <a:stCxn id="8" idx="1"/>
            <a:endCxn id="27" idx="3"/>
          </p:cNvCxnSpPr>
          <p:nvPr/>
        </p:nvCxnSpPr>
        <p:spPr>
          <a:xfrm rot="10800000" flipH="1" flipV="1">
            <a:off x="4462352" y="4007286"/>
            <a:ext cx="4812539" cy="3732"/>
          </a:xfrm>
          <a:prstGeom prst="bentConnector5">
            <a:avLst>
              <a:gd name="adj1" fmla="val -4750"/>
              <a:gd name="adj2" fmla="val -12193221"/>
              <a:gd name="adj3" fmla="val 1044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Imagen 36">
            <a:extLst>
              <a:ext uri="{FF2B5EF4-FFF2-40B4-BE49-F238E27FC236}">
                <a16:creationId xmlns:a16="http://schemas.microsoft.com/office/drawing/2014/main" id="{3202C4D5-3C84-D954-96C9-25EAA4B050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652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E12E-CC07-17AE-21BC-7E526821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AB0C45E6-6BDD-4C3F-6E16-B44137DA9AF7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053849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9CF2C251-49F0-DC93-83DD-EC0BF480BC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73555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5F38C0E0-C0DC-45BB-DC5E-E2350A8EA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736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838EFB0A-7EAF-F6FA-E044-4F5219EF62F3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0C4722C-096D-5B33-C105-880E9D836C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4314FCBE-A318-F7A7-41B1-0DA55B44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3555" y="284033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LAVERDE WILKER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E95A809-261F-61C2-4256-606202408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228" y="374031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ALCALA MARIA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34C76FB8-5036-5170-713E-401DED079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884" y="4424706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PRADO MIGUEL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A1FF0453-C8F0-E8B1-3895-1C168A4FA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884" y="374031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MARTINEZ YONAIDY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48070D92-51EB-1153-24A5-45373FF00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884" y="505895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FIGUERA STEFFANI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3E55747-069D-C631-6541-84E0AE2FA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228" y="442470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ALBORNOZ ORLANDO</a:t>
            </a:r>
          </a:p>
        </p:txBody>
      </p:sp>
      <p:sp>
        <p:nvSpPr>
          <p:cNvPr id="5" name="17 CuadroTexto">
            <a:extLst>
              <a:ext uri="{FF2B5EF4-FFF2-40B4-BE49-F238E27FC236}">
                <a16:creationId xmlns:a16="http://schemas.microsoft.com/office/drawing/2014/main" id="{2DEFE363-3FCF-F641-1FE5-BE767FF7B036}"/>
              </a:ext>
            </a:extLst>
          </p:cNvPr>
          <p:cNvSpPr txBox="1"/>
          <p:nvPr/>
        </p:nvSpPr>
        <p:spPr>
          <a:xfrm>
            <a:off x="954958" y="1206250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</a:t>
            </a:r>
          </a:p>
          <a:p>
            <a:pPr algn="ctr"/>
            <a:r>
              <a:rPr lang="es-VE" sz="1800" b="1" dirty="0"/>
              <a:t>LA CANDELARIA 1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8A55605C-BFBA-DF41-F882-869132884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228" y="505895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PARIATA MADELEYM</a:t>
            </a:r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97CA4755-D413-71FD-3213-CD5C914E7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884" y="569321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SEGURIDAD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LOYO HENRY</a:t>
            </a:r>
          </a:p>
        </p:txBody>
      </p: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18E07C35-7A16-306B-7474-C69712CDDD93}"/>
              </a:ext>
            </a:extLst>
          </p:cNvPr>
          <p:cNvCxnSpPr>
            <a:cxnSpLocks/>
            <a:stCxn id="2" idx="2"/>
            <a:endCxn id="29" idx="3"/>
          </p:cNvCxnSpPr>
          <p:nvPr/>
        </p:nvCxnSpPr>
        <p:spPr>
          <a:xfrm rot="16200000" flipH="1">
            <a:off x="6782853" y="3331727"/>
            <a:ext cx="2637292" cy="2516849"/>
          </a:xfrm>
          <a:prstGeom prst="bentConnector4">
            <a:avLst>
              <a:gd name="adj1" fmla="val 9826"/>
              <a:gd name="adj2" fmla="val 1090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Imagen 59">
            <a:extLst>
              <a:ext uri="{FF2B5EF4-FFF2-40B4-BE49-F238E27FC236}">
                <a16:creationId xmlns:a16="http://schemas.microsoft.com/office/drawing/2014/main" id="{A5A4417D-E8BA-69EC-D228-E587763DD2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42FDBBDF-B88F-5BA9-79B7-3905A53CB8D0}"/>
              </a:ext>
            </a:extLst>
          </p:cNvPr>
          <p:cNvCxnSpPr>
            <a:stCxn id="2" idx="2"/>
            <a:endCxn id="9" idx="1"/>
          </p:cNvCxnSpPr>
          <p:nvPr/>
        </p:nvCxnSpPr>
        <p:spPr>
          <a:xfrm rot="5400000">
            <a:off x="4570132" y="3001603"/>
            <a:ext cx="2003040" cy="2542847"/>
          </a:xfrm>
          <a:prstGeom prst="bentConnector4">
            <a:avLst>
              <a:gd name="adj1" fmla="val 12948"/>
              <a:gd name="adj2" fmla="val 10899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2EE22B3F-B3CE-229F-2B0B-7F14EA450EA5}"/>
              </a:ext>
            </a:extLst>
          </p:cNvPr>
          <p:cNvCxnSpPr>
            <a:stCxn id="8" idx="1"/>
            <a:endCxn id="3" idx="1"/>
          </p:cNvCxnSpPr>
          <p:nvPr/>
        </p:nvCxnSpPr>
        <p:spPr>
          <a:xfrm rot="10800000" flipV="1">
            <a:off x="4300228" y="3955899"/>
            <a:ext cx="12700" cy="684393"/>
          </a:xfrm>
          <a:prstGeom prst="bentConnector3">
            <a:avLst>
              <a:gd name="adj1" fmla="val 188889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6CE86503-EE7C-5988-09F1-20990187BD96}"/>
              </a:ext>
            </a:extLst>
          </p:cNvPr>
          <p:cNvCxnSpPr>
            <a:stCxn id="16" idx="3"/>
            <a:endCxn id="13" idx="3"/>
          </p:cNvCxnSpPr>
          <p:nvPr/>
        </p:nvCxnSpPr>
        <p:spPr>
          <a:xfrm>
            <a:off x="9359924" y="3955900"/>
            <a:ext cx="12700" cy="68439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A2054DA1-22EA-4EA0-9C73-3FDB6F5444AE}"/>
              </a:ext>
            </a:extLst>
          </p:cNvPr>
          <p:cNvCxnSpPr>
            <a:stCxn id="27" idx="3"/>
            <a:endCxn id="29" idx="3"/>
          </p:cNvCxnSpPr>
          <p:nvPr/>
        </p:nvCxnSpPr>
        <p:spPr>
          <a:xfrm>
            <a:off x="9359924" y="5274546"/>
            <a:ext cx="12700" cy="63425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208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4C08-7EF5-D654-CCAA-2934F674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71FBFB2E-7FA5-8B5A-5B59-86FF29852850}"/>
              </a:ext>
            </a:extLst>
          </p:cNvPr>
          <p:cNvCxnSpPr>
            <a:stCxn id="4" idx="2"/>
            <a:endCxn id="9" idx="1"/>
          </p:cNvCxnSpPr>
          <p:nvPr/>
        </p:nvCxnSpPr>
        <p:spPr>
          <a:xfrm rot="5400000">
            <a:off x="3881505" y="2957480"/>
            <a:ext cx="3333211" cy="2413250"/>
          </a:xfrm>
          <a:prstGeom prst="bentConnector4">
            <a:avLst>
              <a:gd name="adj1" fmla="val 27213"/>
              <a:gd name="adj2" fmla="val 1094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97196B22-C1DB-E632-B463-0C4E7B5B35BF}"/>
              </a:ext>
            </a:extLst>
          </p:cNvPr>
          <p:cNvCxnSpPr>
            <a:stCxn id="4" idx="2"/>
            <a:endCxn id="29" idx="3"/>
          </p:cNvCxnSpPr>
          <p:nvPr/>
        </p:nvCxnSpPr>
        <p:spPr>
          <a:xfrm rot="16200000" flipH="1">
            <a:off x="6048776" y="3203459"/>
            <a:ext cx="3934399" cy="2522480"/>
          </a:xfrm>
          <a:prstGeom prst="bentConnector4">
            <a:avLst>
              <a:gd name="adj1" fmla="val 23044"/>
              <a:gd name="adj2" fmla="val 10906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1AF53F4A-269A-8632-6C62-87E98B3048BD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981841" y="1209917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184F6AB8-6C83-3745-F3B8-2DF850D65A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01547" y="1961740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B70C8F4D-5DFB-46AE-A689-438EE86E5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728" y="1268760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1D151948-69CA-8FF8-774F-1667CF1D4759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2E5F3445-B198-670E-DDFB-F5D48C90D5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3B484F62-1B31-9E0F-D0FD-702535474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1547" y="2741224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GARCIA YOLIMAR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AB92C65-3B8F-4362-BB5A-A7839CF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485" y="370298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CAIRO ANYELR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2D24F250-2404-E8FF-FC17-FBC1DE747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485" y="435964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FUENTES SCARLET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77807DE2-2060-5741-4BB5-8B9B88E96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8175" y="370100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  <a:cs typeface="Arial" pitchFamily="34" charset="0"/>
              </a:rPr>
              <a:t>VACANTE</a:t>
            </a:r>
          </a:p>
        </p:txBody>
      </p:sp>
      <p:sp>
        <p:nvSpPr>
          <p:cNvPr id="20" name="AutoShape 4">
            <a:extLst>
              <a:ext uri="{FF2B5EF4-FFF2-40B4-BE49-F238E27FC236}">
                <a16:creationId xmlns:a16="http://schemas.microsoft.com/office/drawing/2014/main" id="{B62E3720-67EE-541F-A481-5E13EC543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8175" y="432912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OJEDA BRITNEY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58251632-BC70-1BD5-38C1-D1E06A487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8175" y="497236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BRICEÑO DAILYN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F8599F40-B5A4-322A-08F0-4506BC881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485" y="497236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CACERES SAMUEL</a:t>
            </a:r>
          </a:p>
        </p:txBody>
      </p:sp>
      <p:sp>
        <p:nvSpPr>
          <p:cNvPr id="5" name="17 CuadroTexto">
            <a:extLst>
              <a:ext uri="{FF2B5EF4-FFF2-40B4-BE49-F238E27FC236}">
                <a16:creationId xmlns:a16="http://schemas.microsoft.com/office/drawing/2014/main" id="{FD760001-EEC0-B2A4-195A-E75CD87024A6}"/>
              </a:ext>
            </a:extLst>
          </p:cNvPr>
          <p:cNvSpPr txBox="1"/>
          <p:nvPr/>
        </p:nvSpPr>
        <p:spPr>
          <a:xfrm>
            <a:off x="954958" y="1206250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</a:t>
            </a:r>
          </a:p>
          <a:p>
            <a:pPr algn="ctr"/>
            <a:r>
              <a:rPr lang="es-VE" sz="1800" b="1" dirty="0"/>
              <a:t>LA CANDELARIA 2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6A9AE7F1-F957-1691-BF2E-EA01228BE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485" y="561512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FERNANDEZ RUCTHDELLY</a:t>
            </a:r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88256867-4EDD-7A69-7312-83244128D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8175" y="561512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PEREZ ANYELINA</a:t>
            </a:r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C78E2F33-2CFD-3B3C-D01C-60918B2E5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8175" y="621631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SEGURIDAD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PEÑA WILLIAMS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776DF55-5ABF-811F-CBC0-61327022A2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7C0D1310-2B93-D05C-1FCB-0C38D6A99062}"/>
              </a:ext>
            </a:extLst>
          </p:cNvPr>
          <p:cNvCxnSpPr>
            <a:stCxn id="20" idx="3"/>
            <a:endCxn id="27" idx="3"/>
          </p:cNvCxnSpPr>
          <p:nvPr/>
        </p:nvCxnSpPr>
        <p:spPr>
          <a:xfrm>
            <a:off x="9277215" y="4544715"/>
            <a:ext cx="12700" cy="643235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A458DDA4-ED79-1E39-2AE1-769514EF7B3A}"/>
              </a:ext>
            </a:extLst>
          </p:cNvPr>
          <p:cNvCxnSpPr>
            <a:stCxn id="16" idx="3"/>
            <a:endCxn id="28" idx="3"/>
          </p:cNvCxnSpPr>
          <p:nvPr/>
        </p:nvCxnSpPr>
        <p:spPr>
          <a:xfrm>
            <a:off x="9277215" y="3916590"/>
            <a:ext cx="12700" cy="191412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73BBA677-9E2A-3AA5-202C-52693AD1864C}"/>
              </a:ext>
            </a:extLst>
          </p:cNvPr>
          <p:cNvCxnSpPr>
            <a:stCxn id="8" idx="1"/>
            <a:endCxn id="3" idx="1"/>
          </p:cNvCxnSpPr>
          <p:nvPr/>
        </p:nvCxnSpPr>
        <p:spPr>
          <a:xfrm rot="10800000" flipV="1">
            <a:off x="4341485" y="3918568"/>
            <a:ext cx="12700" cy="1269381"/>
          </a:xfrm>
          <a:prstGeom prst="bentConnector3">
            <a:avLst>
              <a:gd name="adj1" fmla="val 190588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14FBD195-C7F8-C7D1-6A06-A352029482D1}"/>
              </a:ext>
            </a:extLst>
          </p:cNvPr>
          <p:cNvCxnSpPr>
            <a:stCxn id="13" idx="1"/>
            <a:endCxn id="9" idx="1"/>
          </p:cNvCxnSpPr>
          <p:nvPr/>
        </p:nvCxnSpPr>
        <p:spPr>
          <a:xfrm rot="10800000" flipV="1">
            <a:off x="4341485" y="4575229"/>
            <a:ext cx="12700" cy="1255481"/>
          </a:xfrm>
          <a:prstGeom prst="bentConnector3">
            <a:avLst>
              <a:gd name="adj1" fmla="val 190588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416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008B-2A11-5A04-9AAA-F62B8F2C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70393E3-CF00-B8F3-2B8F-F8E644EE785C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6466703" y="2596607"/>
            <a:ext cx="6012" cy="1215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09D10A15-B737-78B0-D6FD-A3D42DBB5695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4693807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EAFD7061-087E-7C6D-76F1-EB92C955661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13515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A5B2D983-F373-7B70-E6B4-4042678E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696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A0873114-ECB0-CBA2-865F-C1E556B16864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86ECB1CA-7BFE-16BB-2748-86A5E09D70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18C9DB83-1515-9436-0468-02E3165CC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515" y="284033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SUB 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ORDOÑEZ ENDY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21DB4947-28D8-34B4-9431-726EBB0FE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183" y="380208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BRICEÑO JHOENDRY 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06C6ACCD-3A02-1504-72B8-64C5725F3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195" y="381170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GONZALEZ JHONATAN 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F375AD38-7C22-53C3-FAB7-27BC1ADCE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715" y="380942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BENITEZ YESSICA</a:t>
            </a:r>
          </a:p>
        </p:txBody>
      </p:sp>
      <p:sp>
        <p:nvSpPr>
          <p:cNvPr id="85" name="17 CuadroTexto">
            <a:extLst>
              <a:ext uri="{FF2B5EF4-FFF2-40B4-BE49-F238E27FC236}">
                <a16:creationId xmlns:a16="http://schemas.microsoft.com/office/drawing/2014/main" id="{2B84B936-F16A-94B5-CBF8-ACFEAF372D91}"/>
              </a:ext>
            </a:extLst>
          </p:cNvPr>
          <p:cNvSpPr txBox="1"/>
          <p:nvPr/>
        </p:nvSpPr>
        <p:spPr>
          <a:xfrm>
            <a:off x="1569190" y="681039"/>
            <a:ext cx="915123" cy="5412259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 </a:t>
            </a:r>
          </a:p>
          <a:p>
            <a:pPr algn="ctr"/>
            <a:r>
              <a:rPr lang="es-VE" sz="1800" b="1" dirty="0"/>
              <a:t>LIDER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BE7C83ED-4FA7-EC0E-A6F6-3F80E60F9DA5}"/>
              </a:ext>
            </a:extLst>
          </p:cNvPr>
          <p:cNvCxnSpPr>
            <a:stCxn id="8" idx="0"/>
            <a:endCxn id="16" idx="0"/>
          </p:cNvCxnSpPr>
          <p:nvPr/>
        </p:nvCxnSpPr>
        <p:spPr>
          <a:xfrm rot="16200000" flipH="1">
            <a:off x="6507802" y="2033994"/>
            <a:ext cx="7339" cy="3543533"/>
          </a:xfrm>
          <a:prstGeom prst="bentConnector3">
            <a:avLst>
              <a:gd name="adj1" fmla="val -311529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40FDE008-7794-6DAA-6C59-CC96C36697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12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099A9-A113-3CBD-2F6A-FBC15147B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AA092D18-4991-79E5-A1D9-C6B74B3AAE44}"/>
              </a:ext>
            </a:extLst>
          </p:cNvPr>
          <p:cNvCxnSpPr>
            <a:stCxn id="4" idx="2"/>
            <a:endCxn id="27" idx="3"/>
          </p:cNvCxnSpPr>
          <p:nvPr/>
        </p:nvCxnSpPr>
        <p:spPr>
          <a:xfrm rot="16200000" flipH="1">
            <a:off x="7159304" y="2403635"/>
            <a:ext cx="2200109" cy="2586052"/>
          </a:xfrm>
          <a:prstGeom prst="bentConnector4">
            <a:avLst>
              <a:gd name="adj1" fmla="val 44389"/>
              <a:gd name="adj2" fmla="val 1088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91806DCA-2900-D64F-1C33-72213B0131F7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193438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E30E8D85-DF65-3B85-3ACC-A2CBD2DA41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13144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10BB3ECC-4C8E-D9E9-2CDD-B045A4A23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32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4566288B-C649-200B-E453-C1A9E170A90C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247AD594-41C8-638E-0D88-B54D9BC768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FACDF930-36E3-2AC1-62C4-D812D86A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144" y="284033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GARCIA ELIXANDRO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A935B8AC-587F-96E1-9DC1-2CD02E052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811" y="380208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HERNANDEZ ISAAC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FA2D0541-4719-64CD-2219-E430BB620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812" y="381674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MARTINEZ ERNESTO 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9C4C23EB-74C3-FC01-4C24-CD1F1A32A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344" y="380942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SERRANO EIDER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D0985CA8-8334-BF64-D60B-D95620710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344" y="458112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RODRIGUEZ SOL</a:t>
            </a:r>
          </a:p>
        </p:txBody>
      </p:sp>
      <p:sp>
        <p:nvSpPr>
          <p:cNvPr id="85" name="17 CuadroTexto">
            <a:extLst>
              <a:ext uri="{FF2B5EF4-FFF2-40B4-BE49-F238E27FC236}">
                <a16:creationId xmlns:a16="http://schemas.microsoft.com/office/drawing/2014/main" id="{99A87D62-665A-B35C-E71C-9B0F0F054294}"/>
              </a:ext>
            </a:extLst>
          </p:cNvPr>
          <p:cNvSpPr txBox="1"/>
          <p:nvPr/>
        </p:nvSpPr>
        <p:spPr>
          <a:xfrm>
            <a:off x="1569190" y="681039"/>
            <a:ext cx="915123" cy="5412259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</a:t>
            </a:r>
          </a:p>
          <a:p>
            <a:pPr algn="ctr"/>
            <a:r>
              <a:rPr lang="es-VE" sz="1800" b="1" dirty="0"/>
              <a:t>RECREO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98D642B8-1116-9683-D78B-7A6ECA4E75C2}"/>
              </a:ext>
            </a:extLst>
          </p:cNvPr>
          <p:cNvCxnSpPr>
            <a:stCxn id="8" idx="0"/>
            <a:endCxn id="16" idx="0"/>
          </p:cNvCxnSpPr>
          <p:nvPr/>
        </p:nvCxnSpPr>
        <p:spPr>
          <a:xfrm rot="16200000" flipH="1">
            <a:off x="7007431" y="2033994"/>
            <a:ext cx="7339" cy="3543533"/>
          </a:xfrm>
          <a:prstGeom prst="bentConnector3">
            <a:avLst>
              <a:gd name="adj1" fmla="val -311529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4">
            <a:extLst>
              <a:ext uri="{FF2B5EF4-FFF2-40B4-BE49-F238E27FC236}">
                <a16:creationId xmlns:a16="http://schemas.microsoft.com/office/drawing/2014/main" id="{5AF29D1C-0682-4F9A-97C7-CD1274B54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291" y="380208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FRIAS SCARLET</a:t>
            </a:r>
          </a:p>
        </p:txBody>
      </p: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2DA382D2-8795-1BFB-C7D1-A5632C101311}"/>
              </a:ext>
            </a:extLst>
          </p:cNvPr>
          <p:cNvCxnSpPr>
            <a:stCxn id="3" idx="0"/>
          </p:cNvCxnSpPr>
          <p:nvPr/>
        </p:nvCxnSpPr>
        <p:spPr>
          <a:xfrm rot="5400000" flipH="1" flipV="1">
            <a:off x="5083040" y="1918791"/>
            <a:ext cx="229071" cy="353752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A1F628ED-D9DE-EBA3-420F-14826CF5ED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198500B-5FD5-DD3F-FC95-682E2F9F7E0A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6966332" y="3356992"/>
            <a:ext cx="0" cy="459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196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25BF-EC8A-87ED-FF98-9B403B31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4A30AB80-68C7-F8DD-DC5F-9A971F3286C0}"/>
              </a:ext>
            </a:extLst>
          </p:cNvPr>
          <p:cNvCxnSpPr>
            <a:cxnSpLocks/>
          </p:cNvCxnSpPr>
          <p:nvPr/>
        </p:nvCxnSpPr>
        <p:spPr>
          <a:xfrm rot="5400000">
            <a:off x="4363092" y="1671720"/>
            <a:ext cx="1687746" cy="3537521"/>
          </a:xfrm>
          <a:prstGeom prst="bentConnector3">
            <a:avLst>
              <a:gd name="adj1" fmla="val 891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ACDB420D-D00C-9EE1-45B2-E9A162248754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193438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535EEF79-4B66-774B-EAAD-8E0C4D4A4D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13144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E1E2D026-2612-9BEB-CEAF-DB273B2B6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32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2332411C-B71A-9CFA-3A6C-C0DBED0E86B8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05FCBB8-371F-E045-B3B2-CFC58D9A16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D10A59C0-E453-82BD-E678-045FD88AE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188" y="283236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FUENTES RAMONA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697F2515-6071-CE69-977E-472CBB954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811" y="428435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GONZALEZ LUIS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378124C3-5216-36C6-7E80-5B6EAB459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824" y="429396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ORDOÑEZ BRAYAN 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71AC670B-1C2A-2B59-B99F-9A1EFD897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344" y="429169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DURAN LAURIBETH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87CB5D7F-8F11-BDCC-D90F-A1F7174EB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291" y="428435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AROCHA DENILSON</a:t>
            </a:r>
          </a:p>
        </p:txBody>
      </p:sp>
      <p:sp>
        <p:nvSpPr>
          <p:cNvPr id="5" name="17 CuadroTexto">
            <a:extLst>
              <a:ext uri="{FF2B5EF4-FFF2-40B4-BE49-F238E27FC236}">
                <a16:creationId xmlns:a16="http://schemas.microsoft.com/office/drawing/2014/main" id="{989A1655-EB93-7A54-6496-6A2E4776F3F4}"/>
              </a:ext>
            </a:extLst>
          </p:cNvPr>
          <p:cNvSpPr txBox="1"/>
          <p:nvPr/>
        </p:nvSpPr>
        <p:spPr>
          <a:xfrm>
            <a:off x="954958" y="1206250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</a:t>
            </a:r>
          </a:p>
          <a:p>
            <a:pPr algn="ctr"/>
            <a:r>
              <a:rPr lang="es-VE" sz="1800" b="1" dirty="0"/>
              <a:t>SAMBIL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14590C79-D8A9-F877-E774-0F7EB03F8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824" y="351523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SUB 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ALCALA WILLIAM </a:t>
            </a:r>
          </a:p>
        </p:txBody>
      </p: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4AE32426-493E-4B43-D408-B9BE19725AA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07428" y="2523595"/>
            <a:ext cx="7339" cy="3543533"/>
          </a:xfrm>
          <a:prstGeom prst="bentConnector3">
            <a:avLst>
              <a:gd name="adj1" fmla="val -25957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FD38D5B5-5B36-B480-2D68-883991CE5B79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6972344" y="3946405"/>
            <a:ext cx="0" cy="347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n 39">
            <a:extLst>
              <a:ext uri="{FF2B5EF4-FFF2-40B4-BE49-F238E27FC236}">
                <a16:creationId xmlns:a16="http://schemas.microsoft.com/office/drawing/2014/main" id="{F352384D-1228-6A7E-DC2A-9D0519205A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829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22FB4-9A3B-9505-C7C8-67E7E3D98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61B65393-4080-F1D9-8F58-51BF665BD0EE}"/>
              </a:ext>
            </a:extLst>
          </p:cNvPr>
          <p:cNvCxnSpPr>
            <a:cxnSpLocks/>
          </p:cNvCxnSpPr>
          <p:nvPr/>
        </p:nvCxnSpPr>
        <p:spPr>
          <a:xfrm rot="5400000">
            <a:off x="4363092" y="1671720"/>
            <a:ext cx="1687746" cy="3537521"/>
          </a:xfrm>
          <a:prstGeom prst="bentConnector3">
            <a:avLst>
              <a:gd name="adj1" fmla="val 891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B5574800-2714-DE02-D850-27FCB2532761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193438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51A9381C-F74F-1065-C9A7-059721F48AE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13144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9A8AFF12-0AB9-9618-E609-6FB5C3990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32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6C9AEDBF-BB8B-069D-9DC2-C542EBC999C7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68CC71F-97C0-9C85-7A31-734E9A57C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8CF2C896-EFE2-FBB2-3B1C-9AA7ECF99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188" y="283236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CHIRINO EYLING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57EB9D3C-EB53-3318-94AB-3004986C4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811" y="428435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BOSCAN WANDA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E53D8777-9FC0-DD5F-F324-A49DEF5F2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824" y="429396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FUENMAYOR ANGEL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5F7281AD-7948-D65F-950E-12E02AEDF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344" y="429169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HERNANDEZ FREDDY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63661C98-5A09-454F-3035-9014F3EBA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291" y="428435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BENITEZ RAFAEL</a:t>
            </a:r>
          </a:p>
        </p:txBody>
      </p:sp>
      <p:sp>
        <p:nvSpPr>
          <p:cNvPr id="5" name="17 CuadroTexto">
            <a:extLst>
              <a:ext uri="{FF2B5EF4-FFF2-40B4-BE49-F238E27FC236}">
                <a16:creationId xmlns:a16="http://schemas.microsoft.com/office/drawing/2014/main" id="{D8618C7E-6754-A3E8-B285-DCAA255BAA8F}"/>
              </a:ext>
            </a:extLst>
          </p:cNvPr>
          <p:cNvSpPr txBox="1"/>
          <p:nvPr/>
        </p:nvSpPr>
        <p:spPr>
          <a:xfrm>
            <a:off x="954958" y="1206250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</a:t>
            </a:r>
          </a:p>
          <a:p>
            <a:pPr algn="ctr"/>
            <a:r>
              <a:rPr lang="es-VE" sz="1800" b="1" dirty="0"/>
              <a:t>MARACAIBO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E73D3CD-D889-4FAD-F7BC-41A9C2BDA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824" y="351523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SUB 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ROMERO VALERIA </a:t>
            </a:r>
          </a:p>
        </p:txBody>
      </p: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3ADD6106-380C-D875-1975-D20DFFA3EAD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07428" y="2523595"/>
            <a:ext cx="7339" cy="3543533"/>
          </a:xfrm>
          <a:prstGeom prst="bentConnector3">
            <a:avLst>
              <a:gd name="adj1" fmla="val -25957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414422AB-07DA-BF97-E8A2-E14D03EB1BC3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6972344" y="3946405"/>
            <a:ext cx="0" cy="347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n 39">
            <a:extLst>
              <a:ext uri="{FF2B5EF4-FFF2-40B4-BE49-F238E27FC236}">
                <a16:creationId xmlns:a16="http://schemas.microsoft.com/office/drawing/2014/main" id="{FA083E75-999B-77D7-05FF-6DD087C24F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0554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AE49-6E0A-1673-D412-2F746A5F9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9F4B4F09-438E-2DBC-0E18-40BFF2EEE523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6966332" y="2596607"/>
            <a:ext cx="6012" cy="1697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7AFEA5B0-DFE2-47C6-E13D-7554DA660493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193438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37F3C895-A0A0-2E36-4CD0-457BB01004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13144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6AAF3658-2E06-E3AD-2252-72EA4E770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32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4DB0FEBE-1F97-4757-945A-DA15CF25255D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1308896-2CEE-B825-21C8-A50906B14A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3ED2E3E3-6299-54AC-C087-80F61153F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188" y="2832367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VASQUEZ MARIA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AAD87ABD-41CF-F1C4-1420-547885E06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811" y="428435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BASTIDAS ANDREA 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2BF4351A-1B0B-3A7E-7377-C4454DBAC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824" y="429396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CUELLO MIGUEL 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033DDF83-722C-4BA6-A025-DDFF0DDE0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344" y="429169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AMARO YERLEIN</a:t>
            </a:r>
          </a:p>
        </p:txBody>
      </p:sp>
      <p:sp>
        <p:nvSpPr>
          <p:cNvPr id="5" name="17 CuadroTexto">
            <a:extLst>
              <a:ext uri="{FF2B5EF4-FFF2-40B4-BE49-F238E27FC236}">
                <a16:creationId xmlns:a16="http://schemas.microsoft.com/office/drawing/2014/main" id="{DF708618-4E80-C254-A992-0D7F54445172}"/>
              </a:ext>
            </a:extLst>
          </p:cNvPr>
          <p:cNvSpPr txBox="1"/>
          <p:nvPr/>
        </p:nvSpPr>
        <p:spPr>
          <a:xfrm>
            <a:off x="954958" y="1206250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</a:t>
            </a:r>
          </a:p>
          <a:p>
            <a:pPr algn="ctr"/>
            <a:r>
              <a:rPr lang="es-VE" sz="1800" b="1" dirty="0"/>
              <a:t>BARQUISIMETO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2794C40-55A7-530A-B0A7-7E6BDE218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824" y="3515230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SUB 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HURTADO OMAR</a:t>
            </a:r>
          </a:p>
        </p:txBody>
      </p: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5143875A-3E6A-8150-D439-751706016C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07428" y="2523595"/>
            <a:ext cx="7339" cy="3543533"/>
          </a:xfrm>
          <a:prstGeom prst="bentConnector3">
            <a:avLst>
              <a:gd name="adj1" fmla="val -25957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n 39">
            <a:extLst>
              <a:ext uri="{FF2B5EF4-FFF2-40B4-BE49-F238E27FC236}">
                <a16:creationId xmlns:a16="http://schemas.microsoft.com/office/drawing/2014/main" id="{79C37A00-53CD-BE7D-4C53-19A192AF57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809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4DD11-9921-0CFB-CC52-93B534943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44FF3169-6E82-E86F-F183-0B8FAF7BD173}"/>
              </a:ext>
            </a:extLst>
          </p:cNvPr>
          <p:cNvCxnSpPr>
            <a:stCxn id="4" idx="2"/>
            <a:endCxn id="16" idx="3"/>
          </p:cNvCxnSpPr>
          <p:nvPr/>
        </p:nvCxnSpPr>
        <p:spPr>
          <a:xfrm rot="16200000" flipH="1">
            <a:off x="7545154" y="2017785"/>
            <a:ext cx="1428409" cy="2586052"/>
          </a:xfrm>
          <a:prstGeom prst="bentConnector4">
            <a:avLst>
              <a:gd name="adj1" fmla="val 65083"/>
              <a:gd name="adj2" fmla="val 10859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F7FC0111-F294-FCD4-D879-D91083CACF01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193438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0E99CF7A-1784-659A-B679-22D35B8CE1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13144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04A336C6-2AB7-4798-508C-E44735790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32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34DAAA08-E9DA-464C-96ED-B2A3109AF8C1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5F88FC93-F0B3-36E0-C025-3F38B73A75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80F9FAD7-DEB4-86AD-79FD-F3240D770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812" y="284982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CCAINERI CHRISTIAN 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63F0069-14BA-2775-995D-18C2B3A98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811" y="380208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BRANDT ANIBAL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37A8B475-FADC-8E58-03AC-3B96BFC52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824" y="381170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CASTILLO DENISSE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C28D4D5C-72AC-14B5-D8B4-19DA7247A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344" y="3809428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OCANTO HERMINIA</a:t>
            </a: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E9755FBA-4F9E-4E95-70FA-FA6BE2B48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6036" y="501549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DELGADO ERIKA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15B832B-AD6A-F96D-21CE-56384DF65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291" y="3802089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ALVARADO KATHERINE</a:t>
            </a:r>
          </a:p>
        </p:txBody>
      </p:sp>
      <p:sp>
        <p:nvSpPr>
          <p:cNvPr id="5" name="17 CuadroTexto">
            <a:extLst>
              <a:ext uri="{FF2B5EF4-FFF2-40B4-BE49-F238E27FC236}">
                <a16:creationId xmlns:a16="http://schemas.microsoft.com/office/drawing/2014/main" id="{3B8C84D4-F67C-754D-D0E9-F0496A8C124B}"/>
              </a:ext>
            </a:extLst>
          </p:cNvPr>
          <p:cNvSpPr txBox="1"/>
          <p:nvPr/>
        </p:nvSpPr>
        <p:spPr>
          <a:xfrm>
            <a:off x="954958" y="1206250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</a:t>
            </a:r>
          </a:p>
          <a:p>
            <a:pPr algn="ctr"/>
            <a:r>
              <a:rPr lang="es-VE" sz="1800" b="1" dirty="0"/>
              <a:t>VALENCIA</a:t>
            </a:r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5E86960A-BAB2-5A6A-7B98-6D4EAC75E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6036" y="440879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VELAZQUEZ SEBASTIAN</a:t>
            </a: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9E55DEE7-AEB8-ADFA-FFC8-FCD7E914CF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01934DF0-D908-7FE1-D59D-58F9A77AF7E3}"/>
              </a:ext>
            </a:extLst>
          </p:cNvPr>
          <p:cNvCxnSpPr>
            <a:cxnSpLocks/>
            <a:stCxn id="29" idx="3"/>
            <a:endCxn id="3" idx="0"/>
          </p:cNvCxnSpPr>
          <p:nvPr/>
        </p:nvCxnSpPr>
        <p:spPr>
          <a:xfrm flipH="1" flipV="1">
            <a:off x="3428811" y="3802089"/>
            <a:ext cx="6146265" cy="822290"/>
          </a:xfrm>
          <a:prstGeom prst="bentConnector4">
            <a:avLst>
              <a:gd name="adj1" fmla="val -3242"/>
              <a:gd name="adj2" fmla="val 1335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48563286-F661-9F57-B766-2B0B93AD8A8D}"/>
              </a:ext>
            </a:extLst>
          </p:cNvPr>
          <p:cNvCxnSpPr>
            <a:stCxn id="8" idx="0"/>
            <a:endCxn id="27" idx="3"/>
          </p:cNvCxnSpPr>
          <p:nvPr/>
        </p:nvCxnSpPr>
        <p:spPr>
          <a:xfrm rot="16200000" flipH="1">
            <a:off x="6692707" y="2348713"/>
            <a:ext cx="1428992" cy="4335745"/>
          </a:xfrm>
          <a:prstGeom prst="bentConnector4">
            <a:avLst>
              <a:gd name="adj1" fmla="val -19189"/>
              <a:gd name="adj2" fmla="val 10464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A9A238D-E6F7-AA08-AA0B-D0ED63B65EFD}"/>
              </a:ext>
            </a:extLst>
          </p:cNvPr>
          <p:cNvCxnSpPr>
            <a:stCxn id="2" idx="2"/>
            <a:endCxn id="13" idx="0"/>
          </p:cNvCxnSpPr>
          <p:nvPr/>
        </p:nvCxnSpPr>
        <p:spPr>
          <a:xfrm>
            <a:off x="6966332" y="3280998"/>
            <a:ext cx="6012" cy="530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1979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2727E-2206-BE32-F218-9A33CAAC1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A87F3F41-3876-81CC-2027-C872FDBE095C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6966332" y="2596607"/>
            <a:ext cx="6012" cy="1179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26F3B261-69CF-148C-0CB8-CC9031EEA8F2}"/>
              </a:ext>
            </a:extLst>
          </p:cNvPr>
          <p:cNvCxnSpPr>
            <a:cxnSpLocks/>
            <a:stCxn id="10" idx="2"/>
            <a:endCxn id="4" idx="1"/>
          </p:cNvCxnSpPr>
          <p:nvPr/>
        </p:nvCxnSpPr>
        <p:spPr>
          <a:xfrm rot="16200000" flipH="1">
            <a:off x="5193438" y="1309024"/>
            <a:ext cx="438787" cy="16006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50" descr="Josefina&#10;">
            <a:extLst>
              <a:ext uri="{FF2B5EF4-FFF2-40B4-BE49-F238E27FC236}">
                <a16:creationId xmlns:a16="http://schemas.microsoft.com/office/drawing/2014/main" id="{74B4C241-D13F-AF2F-17F2-E503D34708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13144" y="2060847"/>
            <a:ext cx="1506376" cy="535760"/>
          </a:xfrm>
          <a:prstGeom prst="roundRect">
            <a:avLst>
              <a:gd name="adj" fmla="val 16667"/>
            </a:avLst>
          </a:prstGeom>
          <a:solidFill>
            <a:srgbClr val="5B7DB1"/>
          </a:solidFill>
          <a:ln w="25400" cap="flat" cmpd="sng" algn="ctr">
            <a:solidFill>
              <a:srgbClr val="5B7DB1"/>
            </a:solidFill>
            <a:prstDash val="solid"/>
            <a:headEnd/>
            <a:tailE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US" sz="800" b="1" dirty="0">
                <a:cs typeface="Arial" pitchFamily="34" charset="0"/>
              </a:rPr>
              <a:t>GERENTE DE VENTAS AL DETAL</a:t>
            </a:r>
            <a:br>
              <a:rPr lang="en-US" sz="800" b="1" dirty="0">
                <a:cs typeface="Arial" pitchFamily="34" charset="0"/>
              </a:rPr>
            </a:br>
            <a:r>
              <a:rPr lang="en-US" sz="600" b="1" dirty="0">
                <a:cs typeface="Arial" pitchFamily="34" charset="0"/>
              </a:rPr>
              <a:t>VILLEGAS MARIA</a:t>
            </a:r>
          </a:p>
        </p:txBody>
      </p:sp>
      <p:sp>
        <p:nvSpPr>
          <p:cNvPr id="10" name="AutoShape 50">
            <a:extLst>
              <a:ext uri="{FF2B5EF4-FFF2-40B4-BE49-F238E27FC236}">
                <a16:creationId xmlns:a16="http://schemas.microsoft.com/office/drawing/2014/main" id="{96D6F2A7-849B-3F6C-2E0B-45E7A2567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325" y="1367867"/>
            <a:ext cx="1506376" cy="52207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cs typeface="Arial" pitchFamily="34" charset="0"/>
              </a:rPr>
              <a:t>DIRECTOR GENERAL</a:t>
            </a:r>
          </a:p>
        </p:txBody>
      </p:sp>
      <p:sp>
        <p:nvSpPr>
          <p:cNvPr id="17" name="17 CuadroTexto">
            <a:extLst>
              <a:ext uri="{FF2B5EF4-FFF2-40B4-BE49-F238E27FC236}">
                <a16:creationId xmlns:a16="http://schemas.microsoft.com/office/drawing/2014/main" id="{6D1A645D-9607-EFB5-6D15-52660AB23C53}"/>
              </a:ext>
            </a:extLst>
          </p:cNvPr>
          <p:cNvSpPr txBox="1"/>
          <p:nvPr/>
        </p:nvSpPr>
        <p:spPr>
          <a:xfrm>
            <a:off x="1521226" y="360965"/>
            <a:ext cx="416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2000" b="1" dirty="0"/>
              <a:t>ORGANIGRAMA  ESTRUCTURAL</a:t>
            </a:r>
          </a:p>
          <a:p>
            <a:pPr algn="ctr"/>
            <a:r>
              <a:rPr lang="es-VE" sz="2000" b="1" dirty="0"/>
              <a:t>DISTRIBUIDORA ROWER, C.A.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342113C-EA97-6D4F-F4C6-728D3331FD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07" y="327099"/>
            <a:ext cx="547003" cy="707887"/>
          </a:xfrm>
          <a:prstGeom prst="rect">
            <a:avLst/>
          </a:prstGeom>
        </p:spPr>
      </p:pic>
      <p:sp>
        <p:nvSpPr>
          <p:cNvPr id="8" name="AutoShape 4">
            <a:extLst>
              <a:ext uri="{FF2B5EF4-FFF2-40B4-BE49-F238E27FC236}">
                <a16:creationId xmlns:a16="http://schemas.microsoft.com/office/drawing/2014/main" id="{F3CF41E7-776B-4146-F3CD-48B4FE46A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811" y="3766075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HERNANDEZ  JOSE 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A3474AC8-A690-72A5-4AB1-68162B9B1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824" y="3775691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ASESOR DE VENTAS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VARGAS JOSELYN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C6305F2-8F1D-C118-F02F-24AF32A25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344" y="3773413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CAJERO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PADRON ENMY</a:t>
            </a:r>
          </a:p>
        </p:txBody>
      </p:sp>
      <p:sp>
        <p:nvSpPr>
          <p:cNvPr id="5" name="17 CuadroTexto">
            <a:extLst>
              <a:ext uri="{FF2B5EF4-FFF2-40B4-BE49-F238E27FC236}">
                <a16:creationId xmlns:a16="http://schemas.microsoft.com/office/drawing/2014/main" id="{8971EA5D-47EE-A5C2-6619-AECFB7A06E4E}"/>
              </a:ext>
            </a:extLst>
          </p:cNvPr>
          <p:cNvSpPr txBox="1"/>
          <p:nvPr/>
        </p:nvSpPr>
        <p:spPr>
          <a:xfrm>
            <a:off x="954958" y="1206250"/>
            <a:ext cx="915123" cy="4080807"/>
          </a:xfrm>
          <a:prstGeom prst="rect">
            <a:avLst/>
          </a:prstGeom>
          <a:noFill/>
        </p:spPr>
        <p:txBody>
          <a:bodyPr vert="wordArtVert"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VE" sz="1800" b="1" dirty="0"/>
              <a:t>CUBITT</a:t>
            </a:r>
          </a:p>
          <a:p>
            <a:pPr algn="ctr"/>
            <a:r>
              <a:rPr lang="es-VE" sz="1800" b="1" dirty="0"/>
              <a:t>VALENCIA 2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1024F96-1E18-3631-5ADC-870352799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824" y="2996952"/>
            <a:ext cx="1539040" cy="431175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5B7DB1"/>
            </a:solidFill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800" b="1" dirty="0">
                <a:solidFill>
                  <a:schemeClr val="tx1"/>
                </a:solidFill>
                <a:cs typeface="Arial" pitchFamily="34" charset="0"/>
              </a:rPr>
              <a:t>SUB GERENTE DE TIENDA</a:t>
            </a:r>
          </a:p>
          <a:p>
            <a:pPr algn="ctr"/>
            <a:r>
              <a:rPr lang="en-US" sz="600" b="1" dirty="0">
                <a:solidFill>
                  <a:schemeClr val="tx1"/>
                </a:solidFill>
                <a:cs typeface="Arial" pitchFamily="34" charset="0"/>
              </a:rPr>
              <a:t>GONZALEZ MOISES </a:t>
            </a:r>
          </a:p>
        </p:txBody>
      </p: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F000DFE8-FECF-B985-5B4F-54649305CD5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07428" y="2005317"/>
            <a:ext cx="7339" cy="3543533"/>
          </a:xfrm>
          <a:prstGeom prst="bentConnector3">
            <a:avLst>
              <a:gd name="adj1" fmla="val -25957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n 39">
            <a:extLst>
              <a:ext uri="{FF2B5EF4-FFF2-40B4-BE49-F238E27FC236}">
                <a16:creationId xmlns:a16="http://schemas.microsoft.com/office/drawing/2014/main" id="{9235610A-6075-641C-62AE-A3F8C52005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19" y="568359"/>
            <a:ext cx="789787" cy="1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136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22408</TotalTime>
  <Words>2131</Words>
  <Application>Microsoft Office PowerPoint</Application>
  <PresentationFormat>Panorámica</PresentationFormat>
  <Paragraphs>760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8" baseType="lpstr">
      <vt:lpstr>Arial</vt:lpstr>
      <vt:lpstr>Calibri</vt:lpstr>
      <vt:lpstr>Tema de Office</vt:lpstr>
      <vt:lpstr>Presentación de PowerPoint</vt:lpstr>
      <vt:lpstr>Presentación de PowerPoint</vt:lpstr>
      <vt:lpstr>GERENTE DE ADMINISTRACION MEJIAS JOSEFINA</vt:lpstr>
      <vt:lpstr>GERENTE DE CONTABILIDAD PADOVANI VICTOR </vt:lpstr>
      <vt:lpstr>GERENTE DE MARKETING ABREU VALENTINA</vt:lpstr>
      <vt:lpstr>GERENTE DE OPERACIONES Y LOGISTICA CASTILLO JOSE</vt:lpstr>
      <vt:lpstr>PLANIFICADOR FINANCIERO GONZALEZ JAIME</vt:lpstr>
      <vt:lpstr>GERENTE DE PROYECTOS GONZALEZ ARANI</vt:lpstr>
      <vt:lpstr>GERENTE DE RECURSOS HUMANOS MANZO EVELIA </vt:lpstr>
      <vt:lpstr>GERENTE DE SERVICIO TÉCNICO GONZALEZ JUSETH</vt:lpstr>
      <vt:lpstr>GERENTE DE SISTEMAS MARIELA CASTRO</vt:lpstr>
      <vt:lpstr>GERENTE DE VENTAS AL MAYOR MARQUEZ ANDRES</vt:lpstr>
      <vt:lpstr>GERENTE DE VENTAS WEB FLORES JESMIR</vt:lpstr>
      <vt:lpstr>GERENTE DE VISUAL PANAMA</vt:lpstr>
      <vt:lpstr>GERENTE DE VENTAS AL DETAL VILLEGAS MARIA E.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  <vt:lpstr>GERENTE DE VENTAS AL DETAL VILLEGAS MARIA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rrhh.gte</dc:creator>
  <cp:lastModifiedBy>Evelia Manzo</cp:lastModifiedBy>
  <cp:revision>280</cp:revision>
  <cp:lastPrinted>2026-02-11T12:39:06Z</cp:lastPrinted>
  <dcterms:created xsi:type="dcterms:W3CDTF">2017-06-09T14:17:30Z</dcterms:created>
  <dcterms:modified xsi:type="dcterms:W3CDTF">2026-07-06T20:57:58Z</dcterms:modified>
</cp:coreProperties>
</file>