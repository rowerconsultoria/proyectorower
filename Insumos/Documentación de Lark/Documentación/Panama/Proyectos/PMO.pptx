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71C86-FDE0-3F4C-63AC-98FA3C5D1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A16F42-B926-1EA0-5017-87CAC36EA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C71069-5291-7121-B3A7-350F2F7C8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F8F2CC-AAD9-AE69-7F81-7780F253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3D1278-234A-0C38-F277-9FC96BE2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5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2CA60-CEF6-A1D3-150D-B4B3D3C9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514B97-2916-76E5-3906-B201ADAF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CFFE6E-C32B-09D3-9E9A-1D751CEF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10145F-AE05-173E-FE8A-E6481F54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ED2BD0-538D-1D87-6658-41E9D319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9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2DF12-FCBC-75CA-DF63-C4505BA1E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9C815-058C-4F2D-3D83-2A3632F93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540AEA-35A0-27D4-A15B-AB67B460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AF8EE-BCA4-7D1F-8A66-53DFDFE0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928EB2-6BC4-C319-785F-5FD7C42D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7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4E652-69E7-06D1-7E5F-28BDFD6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992194-5706-794D-6737-EC24365C9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271E2C-1AF8-EED2-5003-B32290E2A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CB0C53-78F5-3FEB-9450-BF0672AF8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3CAE34-7F37-3EF5-2CBF-1BAC0DF3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673B18-1144-8F58-0B8B-3BF88DF5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60DB0-3D49-7CAA-CFAC-5987CA9D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5497A6-24F6-6B77-978E-30DF208FC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6CF80B-FEAF-92D2-C08A-948971603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2EF2FA-0BB9-45DC-DC6D-AD8060F1C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A0C47A-7593-78D0-BEED-00361DC40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0ACD06-253E-BB9E-7AFF-DB2EB4FF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831A1CC-BDE6-CE85-646E-F1D6654B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71BA89-E052-98B7-EF91-0213CA46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67493-F7CD-B7EB-94A2-5399CC76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B2921D-E84F-6CB9-6497-6C8181E8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B1B741-D92C-DACE-AE6C-ED620206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977C67-697C-D4A3-D047-2943501B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6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4892381-337E-0CEE-946A-0D31B513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62E0AE-293D-3738-BA24-25F060A8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12BB1D-1257-B3E4-8527-A905BD81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99108-D8AF-1BED-1B34-A682D356C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D2B96-FC06-AD3F-B42F-E21947956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56B7F0-DB55-9955-3A49-458178B4A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C7D735-A2EC-92ED-9A30-58A978EB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3DA9C1-E3D3-60A3-902D-A30732FD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2ED73B-6EAF-9983-2C5F-200A8505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4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45E63-F785-505F-CE7B-3B3428AD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48D44B-1EED-2F45-94B5-795D86F5E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B63030-9DD4-6B97-B2E3-22270A4C6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B8538C-521D-11FE-4FB3-CABA13CF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E0F648-197B-95B7-1B35-2815EFE4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CC8355-551E-3A62-5746-4CE8812E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0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130F8-C4D3-90B6-FAB6-8DEB097C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84C600-6DF3-F801-CB1E-6CDF0BA54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4A636D-7104-D8B1-C406-F3A088BD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5EAC4B-E50C-F50B-75C6-E2D51457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AE85E8-8F85-81EC-857D-01863492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4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32BE2F-D966-B2BA-6964-8165E4496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A4CF97-517C-6B39-35AA-416B0E464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958F0C-171E-3150-4292-0B5C01DD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36840F-0A82-FD93-AD26-232AA0C6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CE616-4859-06DC-2260-1CB1CB99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4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B4C741-5B84-A278-EEE2-396B74FF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25F0AD-09FD-88E8-F205-3C5418F5F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FBD013-3F46-4F51-302F-064745FAE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4DBAA-E3A9-4FF1-82C6-6F17B31140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9588F-E70D-D106-17F4-61F107290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A02A9-D307-4AD9-8339-074C79E84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2940-CA0E-4989-9DEC-26BCACBD27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5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DD52519-8E98-2BFE-8BEA-3A3AB0C4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61" y="830639"/>
            <a:ext cx="8183117" cy="47536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C6B30A0-3F40-CA21-0F0E-F5A3D43A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620" y="640112"/>
            <a:ext cx="7916380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70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Planas</dc:creator>
  <cp:lastModifiedBy>Jesus Planas</cp:lastModifiedBy>
  <cp:revision>1</cp:revision>
  <dcterms:created xsi:type="dcterms:W3CDTF">2026-07-16T13:39:34Z</dcterms:created>
  <dcterms:modified xsi:type="dcterms:W3CDTF">2026-07-16T13:39:44Z</dcterms:modified>
</cp:coreProperties>
</file>